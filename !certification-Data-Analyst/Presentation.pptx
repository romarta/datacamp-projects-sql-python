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F815FB-D966-49FE-AD30-50DB655742C5}" v="25" dt="2026-10-03T17:09:48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1186" autoAdjust="0"/>
  </p:normalViewPr>
  <p:slideViewPr>
    <p:cSldViewPr snapToGrid="0">
      <p:cViewPr varScale="1">
        <p:scale>
          <a:sx n="79" d="100"/>
          <a:sy n="79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Rokosa" userId="04a1a23165b0d1f6" providerId="LiveId" clId="{DB9FFA2A-9AF5-44BA-980E-C11C90604591}"/>
    <pc:docChg chg="modSld">
      <pc:chgData name="Marta Rokosa" userId="04a1a23165b0d1f6" providerId="LiveId" clId="{DB9FFA2A-9AF5-44BA-980E-C11C90604591}" dt="2026-10-03T17:09:49.490" v="30" actId="20577"/>
      <pc:docMkLst>
        <pc:docMk/>
      </pc:docMkLst>
      <pc:sldChg chg="modNotesTx">
        <pc:chgData name="Marta Rokosa" userId="04a1a23165b0d1f6" providerId="LiveId" clId="{DB9FFA2A-9AF5-44BA-980E-C11C90604591}" dt="2026-10-03T16:10:50.766" v="2" actId="403"/>
        <pc:sldMkLst>
          <pc:docMk/>
          <pc:sldMk cId="2648394481" sldId="256"/>
        </pc:sldMkLst>
      </pc:sldChg>
      <pc:sldChg chg="modNotesTx">
        <pc:chgData name="Marta Rokosa" userId="04a1a23165b0d1f6" providerId="LiveId" clId="{DB9FFA2A-9AF5-44BA-980E-C11C90604591}" dt="2026-10-03T16:23:24.022" v="5" actId="20577"/>
        <pc:sldMkLst>
          <pc:docMk/>
          <pc:sldMk cId="2507440489" sldId="260"/>
        </pc:sldMkLst>
      </pc:sldChg>
      <pc:sldChg chg="modNotesTx">
        <pc:chgData name="Marta Rokosa" userId="04a1a23165b0d1f6" providerId="LiveId" clId="{DB9FFA2A-9AF5-44BA-980E-C11C90604591}" dt="2026-10-03T16:23:13.557" v="4" actId="20577"/>
        <pc:sldMkLst>
          <pc:docMk/>
          <pc:sldMk cId="4185223620" sldId="261"/>
        </pc:sldMkLst>
      </pc:sldChg>
      <pc:sldChg chg="modNotesTx">
        <pc:chgData name="Marta Rokosa" userId="04a1a23165b0d1f6" providerId="LiveId" clId="{DB9FFA2A-9AF5-44BA-980E-C11C90604591}" dt="2026-10-03T16:38:23.920" v="12" actId="20577"/>
        <pc:sldMkLst>
          <pc:docMk/>
          <pc:sldMk cId="3332935061" sldId="262"/>
        </pc:sldMkLst>
      </pc:sldChg>
      <pc:sldChg chg="modNotesTx">
        <pc:chgData name="Marta Rokosa" userId="04a1a23165b0d1f6" providerId="LiveId" clId="{DB9FFA2A-9AF5-44BA-980E-C11C90604591}" dt="2026-10-03T16:39:29.406" v="14" actId="6549"/>
        <pc:sldMkLst>
          <pc:docMk/>
          <pc:sldMk cId="1641823715" sldId="263"/>
        </pc:sldMkLst>
      </pc:sldChg>
      <pc:sldChg chg="modNotesTx">
        <pc:chgData name="Marta Rokosa" userId="04a1a23165b0d1f6" providerId="LiveId" clId="{DB9FFA2A-9AF5-44BA-980E-C11C90604591}" dt="2026-10-03T16:41:57.361" v="20" actId="20577"/>
        <pc:sldMkLst>
          <pc:docMk/>
          <pc:sldMk cId="3851919060" sldId="264"/>
        </pc:sldMkLst>
      </pc:sldChg>
      <pc:sldChg chg="modNotesTx">
        <pc:chgData name="Marta Rokosa" userId="04a1a23165b0d1f6" providerId="LiveId" clId="{DB9FFA2A-9AF5-44BA-980E-C11C90604591}" dt="2026-10-03T17:09:49.490" v="30" actId="20577"/>
        <pc:sldMkLst>
          <pc:docMk/>
          <pc:sldMk cId="571314305" sldId="265"/>
        </pc:sldMkLst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FE7253-B735-4409-A777-C7BC959B57CA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13F06F50-32F4-4AA5-A8A4-55A4DD362EE9}">
      <dgm:prSet phldrT="[Tekst]" phldr="0"/>
      <dgm:spPr/>
      <dgm:t>
        <a:bodyPr/>
        <a:lstStyle/>
        <a:p>
          <a:r>
            <a:rPr lang="pl-PL" dirty="0"/>
            <a:t>Plan</a:t>
          </a:r>
        </a:p>
      </dgm:t>
    </dgm:pt>
    <dgm:pt modelId="{BC4DEB90-A05A-43A9-98BD-22F9B43EA403}" type="parTrans" cxnId="{D7D100FD-C883-4477-8FA7-C5F13569C4E3}">
      <dgm:prSet/>
      <dgm:spPr/>
      <dgm:t>
        <a:bodyPr/>
        <a:lstStyle/>
        <a:p>
          <a:endParaRPr lang="pl-PL"/>
        </a:p>
      </dgm:t>
    </dgm:pt>
    <dgm:pt modelId="{8FC09ED0-3B0C-4CF9-A97D-BA31372A31C0}" type="sibTrans" cxnId="{D7D100FD-C883-4477-8FA7-C5F13569C4E3}">
      <dgm:prSet/>
      <dgm:spPr/>
      <dgm:t>
        <a:bodyPr/>
        <a:lstStyle/>
        <a:p>
          <a:endParaRPr lang="pl-PL"/>
        </a:p>
      </dgm:t>
    </dgm:pt>
    <dgm:pt modelId="{13FA6F33-0DBA-40C2-AEC1-30942C7B235F}">
      <dgm:prSet phldrT="[Tekst]" phldr="0"/>
      <dgm:spPr/>
      <dgm:t>
        <a:bodyPr/>
        <a:lstStyle/>
        <a:p>
          <a:r>
            <a:rPr lang="pl-PL" dirty="0" err="1"/>
            <a:t>Support</a:t>
          </a:r>
          <a:endParaRPr lang="pl-PL" dirty="0"/>
        </a:p>
      </dgm:t>
    </dgm:pt>
    <dgm:pt modelId="{D05C58D1-FF85-463A-8D69-E7386F4A47B9}" type="parTrans" cxnId="{FB6881DF-2A19-4E4B-A8F2-BC91EC2F774D}">
      <dgm:prSet/>
      <dgm:spPr/>
      <dgm:t>
        <a:bodyPr/>
        <a:lstStyle/>
        <a:p>
          <a:endParaRPr lang="pl-PL"/>
        </a:p>
      </dgm:t>
    </dgm:pt>
    <dgm:pt modelId="{9F7F539B-00DC-43AB-8CD3-D089D03A7DDA}" type="sibTrans" cxnId="{FB6881DF-2A19-4E4B-A8F2-BC91EC2F774D}">
      <dgm:prSet/>
      <dgm:spPr/>
      <dgm:t>
        <a:bodyPr/>
        <a:lstStyle/>
        <a:p>
          <a:endParaRPr lang="pl-PL"/>
        </a:p>
      </dgm:t>
    </dgm:pt>
    <dgm:pt modelId="{0D6871B6-1AF4-460A-B007-233BFCF6AC74}">
      <dgm:prSet phldrT="[Tekst]" phldr="0"/>
      <dgm:spPr/>
      <dgm:t>
        <a:bodyPr/>
        <a:lstStyle/>
        <a:p>
          <a:r>
            <a:rPr lang="pl-PL" dirty="0"/>
            <a:t>Engagement</a:t>
          </a:r>
        </a:p>
      </dgm:t>
    </dgm:pt>
    <dgm:pt modelId="{2D576916-30D9-45D2-804C-E0D70959CEB4}" type="parTrans" cxnId="{83FCB44C-EF2F-47E6-A392-308BFDEA6800}">
      <dgm:prSet/>
      <dgm:spPr/>
      <dgm:t>
        <a:bodyPr/>
        <a:lstStyle/>
        <a:p>
          <a:endParaRPr lang="pl-PL"/>
        </a:p>
      </dgm:t>
    </dgm:pt>
    <dgm:pt modelId="{4F1021AC-C722-4BB7-B632-E3B4039F6153}" type="sibTrans" cxnId="{83FCB44C-EF2F-47E6-A392-308BFDEA6800}">
      <dgm:prSet/>
      <dgm:spPr/>
      <dgm:t>
        <a:bodyPr/>
        <a:lstStyle/>
        <a:p>
          <a:endParaRPr lang="pl-PL"/>
        </a:p>
      </dgm:t>
    </dgm:pt>
    <dgm:pt modelId="{878712D1-DE90-429D-AC26-5E19DAE653DB}" type="pres">
      <dgm:prSet presAssocID="{A3FE7253-B735-4409-A777-C7BC959B57CA}" presName="Name0" presStyleCnt="0">
        <dgm:presLayoutVars>
          <dgm:chMax val="7"/>
          <dgm:chPref val="7"/>
          <dgm:dir/>
        </dgm:presLayoutVars>
      </dgm:prSet>
      <dgm:spPr/>
    </dgm:pt>
    <dgm:pt modelId="{BE066284-ADE3-45FE-B21E-CA4C6AF5DCFC}" type="pres">
      <dgm:prSet presAssocID="{A3FE7253-B735-4409-A777-C7BC959B57CA}" presName="Name1" presStyleCnt="0"/>
      <dgm:spPr/>
    </dgm:pt>
    <dgm:pt modelId="{6004EA6C-12C9-413E-A309-C8641AB75F32}" type="pres">
      <dgm:prSet presAssocID="{A3FE7253-B735-4409-A777-C7BC959B57CA}" presName="cycle" presStyleCnt="0"/>
      <dgm:spPr/>
    </dgm:pt>
    <dgm:pt modelId="{89F3CA2A-B67A-436E-A41C-62CCE8DCD33E}" type="pres">
      <dgm:prSet presAssocID="{A3FE7253-B735-4409-A777-C7BC959B57CA}" presName="srcNode" presStyleLbl="node1" presStyleIdx="0" presStyleCnt="3"/>
      <dgm:spPr/>
    </dgm:pt>
    <dgm:pt modelId="{28128F6D-927B-42D6-9242-61520DB797AD}" type="pres">
      <dgm:prSet presAssocID="{A3FE7253-B735-4409-A777-C7BC959B57CA}" presName="conn" presStyleLbl="parChTrans1D2" presStyleIdx="0" presStyleCnt="1"/>
      <dgm:spPr/>
    </dgm:pt>
    <dgm:pt modelId="{BBFA8AA8-1B59-45E7-A06B-769845229F72}" type="pres">
      <dgm:prSet presAssocID="{A3FE7253-B735-4409-A777-C7BC959B57CA}" presName="extraNode" presStyleLbl="node1" presStyleIdx="0" presStyleCnt="3"/>
      <dgm:spPr/>
    </dgm:pt>
    <dgm:pt modelId="{04FB1A93-DD73-448B-A8E6-EAE0E531540D}" type="pres">
      <dgm:prSet presAssocID="{A3FE7253-B735-4409-A777-C7BC959B57CA}" presName="dstNode" presStyleLbl="node1" presStyleIdx="0" presStyleCnt="3"/>
      <dgm:spPr/>
    </dgm:pt>
    <dgm:pt modelId="{C2CB4310-38E9-4AD3-BBBB-48FBD20F1AF0}" type="pres">
      <dgm:prSet presAssocID="{13F06F50-32F4-4AA5-A8A4-55A4DD362EE9}" presName="text_1" presStyleLbl="node1" presStyleIdx="0" presStyleCnt="3">
        <dgm:presLayoutVars>
          <dgm:bulletEnabled val="1"/>
        </dgm:presLayoutVars>
      </dgm:prSet>
      <dgm:spPr/>
    </dgm:pt>
    <dgm:pt modelId="{42B51A48-E25D-467A-BFCE-C1E36884C829}" type="pres">
      <dgm:prSet presAssocID="{13F06F50-32F4-4AA5-A8A4-55A4DD362EE9}" presName="accent_1" presStyleCnt="0"/>
      <dgm:spPr/>
    </dgm:pt>
    <dgm:pt modelId="{7F657C7A-6E93-4832-B5B5-A244EB04F1D4}" type="pres">
      <dgm:prSet presAssocID="{13F06F50-32F4-4AA5-A8A4-55A4DD362EE9}" presName="accentRepeatNode" presStyleLbl="solidFgAcc1" presStyleIdx="0" presStyleCnt="3"/>
      <dgm:spPr/>
    </dgm:pt>
    <dgm:pt modelId="{DE79DC80-83D5-4B19-B26B-D2EEFBB6AD4A}" type="pres">
      <dgm:prSet presAssocID="{13FA6F33-0DBA-40C2-AEC1-30942C7B235F}" presName="text_2" presStyleLbl="node1" presStyleIdx="1" presStyleCnt="3">
        <dgm:presLayoutVars>
          <dgm:bulletEnabled val="1"/>
        </dgm:presLayoutVars>
      </dgm:prSet>
      <dgm:spPr/>
    </dgm:pt>
    <dgm:pt modelId="{C77B09E6-E311-4BA3-BABC-22E120296562}" type="pres">
      <dgm:prSet presAssocID="{13FA6F33-0DBA-40C2-AEC1-30942C7B235F}" presName="accent_2" presStyleCnt="0"/>
      <dgm:spPr/>
    </dgm:pt>
    <dgm:pt modelId="{EEC8136E-47C3-4B1D-B617-CDE8A80E98AE}" type="pres">
      <dgm:prSet presAssocID="{13FA6F33-0DBA-40C2-AEC1-30942C7B235F}" presName="accentRepeatNode" presStyleLbl="solidFgAcc1" presStyleIdx="1" presStyleCnt="3"/>
      <dgm:spPr/>
    </dgm:pt>
    <dgm:pt modelId="{2E215B7A-CEBC-4089-9A4E-D1C7AA8958F9}" type="pres">
      <dgm:prSet presAssocID="{0D6871B6-1AF4-460A-B007-233BFCF6AC74}" presName="text_3" presStyleLbl="node1" presStyleIdx="2" presStyleCnt="3">
        <dgm:presLayoutVars>
          <dgm:bulletEnabled val="1"/>
        </dgm:presLayoutVars>
      </dgm:prSet>
      <dgm:spPr/>
    </dgm:pt>
    <dgm:pt modelId="{B541AB49-E575-46C1-88EF-7A0840AF860E}" type="pres">
      <dgm:prSet presAssocID="{0D6871B6-1AF4-460A-B007-233BFCF6AC74}" presName="accent_3" presStyleCnt="0"/>
      <dgm:spPr/>
    </dgm:pt>
    <dgm:pt modelId="{2A62DE16-0B15-477B-9E2F-27C0BA56FE8B}" type="pres">
      <dgm:prSet presAssocID="{0D6871B6-1AF4-460A-B007-233BFCF6AC74}" presName="accentRepeatNode" presStyleLbl="solidFgAcc1" presStyleIdx="2" presStyleCnt="3"/>
      <dgm:spPr/>
    </dgm:pt>
  </dgm:ptLst>
  <dgm:cxnLst>
    <dgm:cxn modelId="{E366761D-E5BC-446E-AFCD-4F139D4E67CD}" type="presOf" srcId="{0D6871B6-1AF4-460A-B007-233BFCF6AC74}" destId="{2E215B7A-CEBC-4089-9A4E-D1C7AA8958F9}" srcOrd="0" destOrd="0" presId="urn:microsoft.com/office/officeart/2008/layout/VerticalCurvedList"/>
    <dgm:cxn modelId="{07E76A62-D715-4E3A-98E8-6E6E2F40C4D5}" type="presOf" srcId="{8FC09ED0-3B0C-4CF9-A97D-BA31372A31C0}" destId="{28128F6D-927B-42D6-9242-61520DB797AD}" srcOrd="0" destOrd="0" presId="urn:microsoft.com/office/officeart/2008/layout/VerticalCurvedList"/>
    <dgm:cxn modelId="{83FCB44C-EF2F-47E6-A392-308BFDEA6800}" srcId="{A3FE7253-B735-4409-A777-C7BC959B57CA}" destId="{0D6871B6-1AF4-460A-B007-233BFCF6AC74}" srcOrd="2" destOrd="0" parTransId="{2D576916-30D9-45D2-804C-E0D70959CEB4}" sibTransId="{4F1021AC-C722-4BB7-B632-E3B4039F6153}"/>
    <dgm:cxn modelId="{A43E6CD4-E66E-463B-9DB1-C77AC8F5ECFC}" type="presOf" srcId="{13F06F50-32F4-4AA5-A8A4-55A4DD362EE9}" destId="{C2CB4310-38E9-4AD3-BBBB-48FBD20F1AF0}" srcOrd="0" destOrd="0" presId="urn:microsoft.com/office/officeart/2008/layout/VerticalCurvedList"/>
    <dgm:cxn modelId="{4FBDA1D9-19CD-42AF-A84E-AB4C0911A536}" type="presOf" srcId="{A3FE7253-B735-4409-A777-C7BC959B57CA}" destId="{878712D1-DE90-429D-AC26-5E19DAE653DB}" srcOrd="0" destOrd="0" presId="urn:microsoft.com/office/officeart/2008/layout/VerticalCurvedList"/>
    <dgm:cxn modelId="{FB6881DF-2A19-4E4B-A8F2-BC91EC2F774D}" srcId="{A3FE7253-B735-4409-A777-C7BC959B57CA}" destId="{13FA6F33-0DBA-40C2-AEC1-30942C7B235F}" srcOrd="1" destOrd="0" parTransId="{D05C58D1-FF85-463A-8D69-E7386F4A47B9}" sibTransId="{9F7F539B-00DC-43AB-8CD3-D089D03A7DDA}"/>
    <dgm:cxn modelId="{B1B059E7-3747-4E1C-91B3-F51A024B399B}" type="presOf" srcId="{13FA6F33-0DBA-40C2-AEC1-30942C7B235F}" destId="{DE79DC80-83D5-4B19-B26B-D2EEFBB6AD4A}" srcOrd="0" destOrd="0" presId="urn:microsoft.com/office/officeart/2008/layout/VerticalCurvedList"/>
    <dgm:cxn modelId="{D7D100FD-C883-4477-8FA7-C5F13569C4E3}" srcId="{A3FE7253-B735-4409-A777-C7BC959B57CA}" destId="{13F06F50-32F4-4AA5-A8A4-55A4DD362EE9}" srcOrd="0" destOrd="0" parTransId="{BC4DEB90-A05A-43A9-98BD-22F9B43EA403}" sibTransId="{8FC09ED0-3B0C-4CF9-A97D-BA31372A31C0}"/>
    <dgm:cxn modelId="{783D598A-E496-4795-A9E9-60020F0BB884}" type="presParOf" srcId="{878712D1-DE90-429D-AC26-5E19DAE653DB}" destId="{BE066284-ADE3-45FE-B21E-CA4C6AF5DCFC}" srcOrd="0" destOrd="0" presId="urn:microsoft.com/office/officeart/2008/layout/VerticalCurvedList"/>
    <dgm:cxn modelId="{971101EA-4CF2-402A-A631-DA7C0EEFE613}" type="presParOf" srcId="{BE066284-ADE3-45FE-B21E-CA4C6AF5DCFC}" destId="{6004EA6C-12C9-413E-A309-C8641AB75F32}" srcOrd="0" destOrd="0" presId="urn:microsoft.com/office/officeart/2008/layout/VerticalCurvedList"/>
    <dgm:cxn modelId="{E557EC48-040E-4E80-983F-5C35047CC44C}" type="presParOf" srcId="{6004EA6C-12C9-413E-A309-C8641AB75F32}" destId="{89F3CA2A-B67A-436E-A41C-62CCE8DCD33E}" srcOrd="0" destOrd="0" presId="urn:microsoft.com/office/officeart/2008/layout/VerticalCurvedList"/>
    <dgm:cxn modelId="{FED35686-58CF-44D1-AD2B-DBE6445B21FF}" type="presParOf" srcId="{6004EA6C-12C9-413E-A309-C8641AB75F32}" destId="{28128F6D-927B-42D6-9242-61520DB797AD}" srcOrd="1" destOrd="0" presId="urn:microsoft.com/office/officeart/2008/layout/VerticalCurvedList"/>
    <dgm:cxn modelId="{78873F8D-2395-4ED7-A1DE-DA2303FA44AC}" type="presParOf" srcId="{6004EA6C-12C9-413E-A309-C8641AB75F32}" destId="{BBFA8AA8-1B59-45E7-A06B-769845229F72}" srcOrd="2" destOrd="0" presId="urn:microsoft.com/office/officeart/2008/layout/VerticalCurvedList"/>
    <dgm:cxn modelId="{B0116FBB-8E21-4AE5-B7DA-5E6CF760BD58}" type="presParOf" srcId="{6004EA6C-12C9-413E-A309-C8641AB75F32}" destId="{04FB1A93-DD73-448B-A8E6-EAE0E531540D}" srcOrd="3" destOrd="0" presId="urn:microsoft.com/office/officeart/2008/layout/VerticalCurvedList"/>
    <dgm:cxn modelId="{EC6AC49C-D494-4020-8569-FD2937FA85F3}" type="presParOf" srcId="{BE066284-ADE3-45FE-B21E-CA4C6AF5DCFC}" destId="{C2CB4310-38E9-4AD3-BBBB-48FBD20F1AF0}" srcOrd="1" destOrd="0" presId="urn:microsoft.com/office/officeart/2008/layout/VerticalCurvedList"/>
    <dgm:cxn modelId="{2F2B58B2-F981-4A15-ABD6-291FA5379368}" type="presParOf" srcId="{BE066284-ADE3-45FE-B21E-CA4C6AF5DCFC}" destId="{42B51A48-E25D-467A-BFCE-C1E36884C829}" srcOrd="2" destOrd="0" presId="urn:microsoft.com/office/officeart/2008/layout/VerticalCurvedList"/>
    <dgm:cxn modelId="{913B2F18-422F-4C45-A2D0-A5140CF6746E}" type="presParOf" srcId="{42B51A48-E25D-467A-BFCE-C1E36884C829}" destId="{7F657C7A-6E93-4832-B5B5-A244EB04F1D4}" srcOrd="0" destOrd="0" presId="urn:microsoft.com/office/officeart/2008/layout/VerticalCurvedList"/>
    <dgm:cxn modelId="{B3C2FD76-578C-4601-84E7-270B0A884EEE}" type="presParOf" srcId="{BE066284-ADE3-45FE-B21E-CA4C6AF5DCFC}" destId="{DE79DC80-83D5-4B19-B26B-D2EEFBB6AD4A}" srcOrd="3" destOrd="0" presId="urn:microsoft.com/office/officeart/2008/layout/VerticalCurvedList"/>
    <dgm:cxn modelId="{E67AA882-7F43-4285-A5C0-61DEC035A9FF}" type="presParOf" srcId="{BE066284-ADE3-45FE-B21E-CA4C6AF5DCFC}" destId="{C77B09E6-E311-4BA3-BABC-22E120296562}" srcOrd="4" destOrd="0" presId="urn:microsoft.com/office/officeart/2008/layout/VerticalCurvedList"/>
    <dgm:cxn modelId="{335AF0E4-63E3-4A30-A6B5-3A8D066F5373}" type="presParOf" srcId="{C77B09E6-E311-4BA3-BABC-22E120296562}" destId="{EEC8136E-47C3-4B1D-B617-CDE8A80E98AE}" srcOrd="0" destOrd="0" presId="urn:microsoft.com/office/officeart/2008/layout/VerticalCurvedList"/>
    <dgm:cxn modelId="{E58FEEB5-AFA8-4689-B390-98C56848C95F}" type="presParOf" srcId="{BE066284-ADE3-45FE-B21E-CA4C6AF5DCFC}" destId="{2E215B7A-CEBC-4089-9A4E-D1C7AA8958F9}" srcOrd="5" destOrd="0" presId="urn:microsoft.com/office/officeart/2008/layout/VerticalCurvedList"/>
    <dgm:cxn modelId="{D730FF58-6DB6-4FB6-9229-B901BD4A6EA0}" type="presParOf" srcId="{BE066284-ADE3-45FE-B21E-CA4C6AF5DCFC}" destId="{B541AB49-E575-46C1-88EF-7A0840AF860E}" srcOrd="6" destOrd="0" presId="urn:microsoft.com/office/officeart/2008/layout/VerticalCurvedList"/>
    <dgm:cxn modelId="{31EC7499-C4E6-44C0-AEC2-A453BAE34648}" type="presParOf" srcId="{B541AB49-E575-46C1-88EF-7A0840AF860E}" destId="{2A62DE16-0B15-477B-9E2F-27C0BA56FE8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929B57-379D-4EF6-9614-8655D89EC50D}" type="doc">
      <dgm:prSet loTypeId="urn:microsoft.com/office/officeart/2005/8/layout/process1" loCatId="process" qsTypeId="urn:microsoft.com/office/officeart/2005/8/quickstyle/simple3" qsCatId="simple" csTypeId="urn:microsoft.com/office/officeart/2005/8/colors/accent1_3" csCatId="accent1" phldr="1"/>
      <dgm:spPr/>
      <dgm:t>
        <a:bodyPr/>
        <a:lstStyle/>
        <a:p>
          <a:endParaRPr lang="pl-PL"/>
        </a:p>
      </dgm:t>
    </dgm:pt>
    <dgm:pt modelId="{AEFBA1A3-8888-4C47-831C-BD12A9CDEA73}">
      <dgm:prSet phldrT="[Tekst]" custT="1"/>
      <dgm:spPr/>
      <dgm:t>
        <a:bodyPr/>
        <a:lstStyle/>
        <a:p>
          <a:pPr>
            <a:buNone/>
          </a:pPr>
          <a:r>
            <a:rPr lang="pl-PL" sz="2800" dirty="0" err="1"/>
            <a:t>rising</a:t>
          </a:r>
          <a:r>
            <a:rPr lang="pl-PL" sz="2800" dirty="0"/>
            <a:t> </a:t>
          </a:r>
          <a:r>
            <a:rPr lang="pl-PL" sz="2800" dirty="0" err="1"/>
            <a:t>churn</a:t>
          </a:r>
          <a:endParaRPr lang="pl-PL" sz="2800" dirty="0"/>
        </a:p>
      </dgm:t>
    </dgm:pt>
    <dgm:pt modelId="{20620B8D-8E80-40B5-8838-1D06B9314159}" type="parTrans" cxnId="{B4A28129-1670-4C03-97F2-E40EAA10DDDC}">
      <dgm:prSet/>
      <dgm:spPr/>
      <dgm:t>
        <a:bodyPr/>
        <a:lstStyle/>
        <a:p>
          <a:endParaRPr lang="pl-PL" sz="2800"/>
        </a:p>
      </dgm:t>
    </dgm:pt>
    <dgm:pt modelId="{0509DD18-4F84-4D02-8D22-A9CD1A3101BC}" type="sibTrans" cxnId="{B4A28129-1670-4C03-97F2-E40EAA10DDDC}">
      <dgm:prSet custT="1"/>
      <dgm:spPr/>
      <dgm:t>
        <a:bodyPr/>
        <a:lstStyle/>
        <a:p>
          <a:endParaRPr lang="pl-PL" sz="2000"/>
        </a:p>
      </dgm:t>
    </dgm:pt>
    <dgm:pt modelId="{01DD2EF9-3F4E-409C-ACD0-D36A9EAE273F}">
      <dgm:prSet phldrT="[Tekst]" custT="1"/>
      <dgm:spPr/>
      <dgm:t>
        <a:bodyPr/>
        <a:lstStyle/>
        <a:p>
          <a:pPr>
            <a:buNone/>
          </a:pPr>
          <a:r>
            <a:rPr lang="pl-PL" sz="2800" dirty="0" err="1"/>
            <a:t>pressure</a:t>
          </a:r>
          <a:r>
            <a:rPr lang="pl-PL" sz="2800" dirty="0"/>
            <a:t> on marketing/ </a:t>
          </a:r>
          <a:r>
            <a:rPr lang="pl-PL" sz="2800" dirty="0" err="1"/>
            <a:t>product</a:t>
          </a:r>
          <a:endParaRPr lang="pl-PL" sz="2800" dirty="0"/>
        </a:p>
      </dgm:t>
    </dgm:pt>
    <dgm:pt modelId="{711B7E9B-62D0-4D44-ABB8-7E639EC3BC06}" type="parTrans" cxnId="{6D407256-25B3-4060-BD97-05A94C6D73B5}">
      <dgm:prSet/>
      <dgm:spPr/>
      <dgm:t>
        <a:bodyPr/>
        <a:lstStyle/>
        <a:p>
          <a:endParaRPr lang="pl-PL" sz="2800"/>
        </a:p>
      </dgm:t>
    </dgm:pt>
    <dgm:pt modelId="{BECBB8F1-4610-460F-B73E-07A3A4124FB3}" type="sibTrans" cxnId="{6D407256-25B3-4060-BD97-05A94C6D73B5}">
      <dgm:prSet custT="1"/>
      <dgm:spPr/>
      <dgm:t>
        <a:bodyPr/>
        <a:lstStyle/>
        <a:p>
          <a:endParaRPr lang="pl-PL" sz="2000"/>
        </a:p>
      </dgm:t>
    </dgm:pt>
    <dgm:pt modelId="{66DB05B7-A67C-4B1A-A736-1F024D17E8C0}">
      <dgm:prSet phldrT="[Tekst]" custT="1"/>
      <dgm:spPr/>
      <dgm:t>
        <a:bodyPr/>
        <a:lstStyle/>
        <a:p>
          <a:pPr>
            <a:buNone/>
          </a:pPr>
          <a:r>
            <a:rPr lang="pl-PL" sz="2800" dirty="0" err="1"/>
            <a:t>need</a:t>
          </a:r>
          <a:r>
            <a:rPr lang="pl-PL" sz="2800" dirty="0"/>
            <a:t> </a:t>
          </a:r>
          <a:r>
            <a:rPr lang="pl-PL" sz="2800" dirty="0" err="1"/>
            <a:t>actionable</a:t>
          </a:r>
          <a:r>
            <a:rPr lang="pl-PL" sz="2800" dirty="0"/>
            <a:t> </a:t>
          </a:r>
          <a:r>
            <a:rPr lang="pl-PL" sz="2800" dirty="0" err="1"/>
            <a:t>insights</a:t>
          </a:r>
          <a:endParaRPr lang="pl-PL" sz="2800" dirty="0"/>
        </a:p>
      </dgm:t>
    </dgm:pt>
    <dgm:pt modelId="{B65682EA-1421-4EBA-8D59-B0D862EE442E}" type="parTrans" cxnId="{39D6BD86-DB90-4F54-9C53-7AD6B8127537}">
      <dgm:prSet/>
      <dgm:spPr/>
      <dgm:t>
        <a:bodyPr/>
        <a:lstStyle/>
        <a:p>
          <a:endParaRPr lang="pl-PL" sz="2800"/>
        </a:p>
      </dgm:t>
    </dgm:pt>
    <dgm:pt modelId="{D26DD82E-9BE1-41D7-A857-79C5D5ABEA2F}" type="sibTrans" cxnId="{39D6BD86-DB90-4F54-9C53-7AD6B8127537}">
      <dgm:prSet/>
      <dgm:spPr/>
      <dgm:t>
        <a:bodyPr/>
        <a:lstStyle/>
        <a:p>
          <a:endParaRPr lang="pl-PL" sz="2800"/>
        </a:p>
      </dgm:t>
    </dgm:pt>
    <dgm:pt modelId="{0B584340-A44F-4480-B312-930A5C22CBA6}" type="pres">
      <dgm:prSet presAssocID="{C7929B57-379D-4EF6-9614-8655D89EC50D}" presName="Name0" presStyleCnt="0">
        <dgm:presLayoutVars>
          <dgm:dir/>
          <dgm:resizeHandles val="exact"/>
        </dgm:presLayoutVars>
      </dgm:prSet>
      <dgm:spPr/>
    </dgm:pt>
    <dgm:pt modelId="{39A79749-BE18-4ACD-AF23-0E4295DEFE47}" type="pres">
      <dgm:prSet presAssocID="{AEFBA1A3-8888-4C47-831C-BD12A9CDEA73}" presName="node" presStyleLbl="node1" presStyleIdx="0" presStyleCnt="3">
        <dgm:presLayoutVars>
          <dgm:bulletEnabled val="1"/>
        </dgm:presLayoutVars>
      </dgm:prSet>
      <dgm:spPr/>
    </dgm:pt>
    <dgm:pt modelId="{37F6880E-15FB-4ACA-97DB-BEFDF2F5C8E7}" type="pres">
      <dgm:prSet presAssocID="{0509DD18-4F84-4D02-8D22-A9CD1A3101BC}" presName="sibTrans" presStyleLbl="sibTrans2D1" presStyleIdx="0" presStyleCnt="2"/>
      <dgm:spPr/>
    </dgm:pt>
    <dgm:pt modelId="{9EFA7A27-BDCF-441D-8E08-8A35EE95B2AE}" type="pres">
      <dgm:prSet presAssocID="{0509DD18-4F84-4D02-8D22-A9CD1A3101BC}" presName="connectorText" presStyleLbl="sibTrans2D1" presStyleIdx="0" presStyleCnt="2"/>
      <dgm:spPr/>
    </dgm:pt>
    <dgm:pt modelId="{392967FD-063D-4D3B-8B70-AB1D0F0763D9}" type="pres">
      <dgm:prSet presAssocID="{01DD2EF9-3F4E-409C-ACD0-D36A9EAE273F}" presName="node" presStyleLbl="node1" presStyleIdx="1" presStyleCnt="3">
        <dgm:presLayoutVars>
          <dgm:bulletEnabled val="1"/>
        </dgm:presLayoutVars>
      </dgm:prSet>
      <dgm:spPr/>
    </dgm:pt>
    <dgm:pt modelId="{04694C1E-B1B7-4882-92DE-FE8181E9EA6F}" type="pres">
      <dgm:prSet presAssocID="{BECBB8F1-4610-460F-B73E-07A3A4124FB3}" presName="sibTrans" presStyleLbl="sibTrans2D1" presStyleIdx="1" presStyleCnt="2"/>
      <dgm:spPr/>
    </dgm:pt>
    <dgm:pt modelId="{1EE98E18-5B12-42CB-A285-A8D501ABE3DD}" type="pres">
      <dgm:prSet presAssocID="{BECBB8F1-4610-460F-B73E-07A3A4124FB3}" presName="connectorText" presStyleLbl="sibTrans2D1" presStyleIdx="1" presStyleCnt="2"/>
      <dgm:spPr/>
    </dgm:pt>
    <dgm:pt modelId="{B5BA4B95-A99E-4165-A93C-E76566E8D805}" type="pres">
      <dgm:prSet presAssocID="{66DB05B7-A67C-4B1A-A736-1F024D17E8C0}" presName="node" presStyleLbl="node1" presStyleIdx="2" presStyleCnt="3">
        <dgm:presLayoutVars>
          <dgm:bulletEnabled val="1"/>
        </dgm:presLayoutVars>
      </dgm:prSet>
      <dgm:spPr/>
    </dgm:pt>
  </dgm:ptLst>
  <dgm:cxnLst>
    <dgm:cxn modelId="{2D44FE20-FE22-4DE9-9CD8-49A882D0D4B3}" type="presOf" srcId="{66DB05B7-A67C-4B1A-A736-1F024D17E8C0}" destId="{B5BA4B95-A99E-4165-A93C-E76566E8D805}" srcOrd="0" destOrd="0" presId="urn:microsoft.com/office/officeart/2005/8/layout/process1"/>
    <dgm:cxn modelId="{B4A28129-1670-4C03-97F2-E40EAA10DDDC}" srcId="{C7929B57-379D-4EF6-9614-8655D89EC50D}" destId="{AEFBA1A3-8888-4C47-831C-BD12A9CDEA73}" srcOrd="0" destOrd="0" parTransId="{20620B8D-8E80-40B5-8838-1D06B9314159}" sibTransId="{0509DD18-4F84-4D02-8D22-A9CD1A3101BC}"/>
    <dgm:cxn modelId="{F6582D37-337E-4B63-9B08-50DC0CB90053}" type="presOf" srcId="{BECBB8F1-4610-460F-B73E-07A3A4124FB3}" destId="{04694C1E-B1B7-4882-92DE-FE8181E9EA6F}" srcOrd="0" destOrd="0" presId="urn:microsoft.com/office/officeart/2005/8/layout/process1"/>
    <dgm:cxn modelId="{6D407256-25B3-4060-BD97-05A94C6D73B5}" srcId="{C7929B57-379D-4EF6-9614-8655D89EC50D}" destId="{01DD2EF9-3F4E-409C-ACD0-D36A9EAE273F}" srcOrd="1" destOrd="0" parTransId="{711B7E9B-62D0-4D44-ABB8-7E639EC3BC06}" sibTransId="{BECBB8F1-4610-460F-B73E-07A3A4124FB3}"/>
    <dgm:cxn modelId="{DC24AB86-99A6-4851-B4DD-FBD593F22ACC}" type="presOf" srcId="{C7929B57-379D-4EF6-9614-8655D89EC50D}" destId="{0B584340-A44F-4480-B312-930A5C22CBA6}" srcOrd="0" destOrd="0" presId="urn:microsoft.com/office/officeart/2005/8/layout/process1"/>
    <dgm:cxn modelId="{39D6BD86-DB90-4F54-9C53-7AD6B8127537}" srcId="{C7929B57-379D-4EF6-9614-8655D89EC50D}" destId="{66DB05B7-A67C-4B1A-A736-1F024D17E8C0}" srcOrd="2" destOrd="0" parTransId="{B65682EA-1421-4EBA-8D59-B0D862EE442E}" sibTransId="{D26DD82E-9BE1-41D7-A857-79C5D5ABEA2F}"/>
    <dgm:cxn modelId="{445E13AF-3568-46DC-B908-1B0A3DA6D81E}" type="presOf" srcId="{0509DD18-4F84-4D02-8D22-A9CD1A3101BC}" destId="{37F6880E-15FB-4ACA-97DB-BEFDF2F5C8E7}" srcOrd="0" destOrd="0" presId="urn:microsoft.com/office/officeart/2005/8/layout/process1"/>
    <dgm:cxn modelId="{F1AA96C7-4FD8-4065-B5DD-48B1D8BDE415}" type="presOf" srcId="{0509DD18-4F84-4D02-8D22-A9CD1A3101BC}" destId="{9EFA7A27-BDCF-441D-8E08-8A35EE95B2AE}" srcOrd="1" destOrd="0" presId="urn:microsoft.com/office/officeart/2005/8/layout/process1"/>
    <dgm:cxn modelId="{B43F18E7-477C-4F89-B8A7-2CC25D4DEE9C}" type="presOf" srcId="{01DD2EF9-3F4E-409C-ACD0-D36A9EAE273F}" destId="{392967FD-063D-4D3B-8B70-AB1D0F0763D9}" srcOrd="0" destOrd="0" presId="urn:microsoft.com/office/officeart/2005/8/layout/process1"/>
    <dgm:cxn modelId="{D914F0EA-FE5C-43EA-961D-8ABACAC2A4A1}" type="presOf" srcId="{BECBB8F1-4610-460F-B73E-07A3A4124FB3}" destId="{1EE98E18-5B12-42CB-A285-A8D501ABE3DD}" srcOrd="1" destOrd="0" presId="urn:microsoft.com/office/officeart/2005/8/layout/process1"/>
    <dgm:cxn modelId="{B95C11EE-AE4D-465B-A849-B324DB112A7F}" type="presOf" srcId="{AEFBA1A3-8888-4C47-831C-BD12A9CDEA73}" destId="{39A79749-BE18-4ACD-AF23-0E4295DEFE47}" srcOrd="0" destOrd="0" presId="urn:microsoft.com/office/officeart/2005/8/layout/process1"/>
    <dgm:cxn modelId="{6D230C0F-696D-422C-8DA0-04EF641C22AE}" type="presParOf" srcId="{0B584340-A44F-4480-B312-930A5C22CBA6}" destId="{39A79749-BE18-4ACD-AF23-0E4295DEFE47}" srcOrd="0" destOrd="0" presId="urn:microsoft.com/office/officeart/2005/8/layout/process1"/>
    <dgm:cxn modelId="{80D3747F-8A13-4BBD-AD4B-70F61C2B7020}" type="presParOf" srcId="{0B584340-A44F-4480-B312-930A5C22CBA6}" destId="{37F6880E-15FB-4ACA-97DB-BEFDF2F5C8E7}" srcOrd="1" destOrd="0" presId="urn:microsoft.com/office/officeart/2005/8/layout/process1"/>
    <dgm:cxn modelId="{90E1AF78-694A-4DB2-884E-C51C0808E897}" type="presParOf" srcId="{37F6880E-15FB-4ACA-97DB-BEFDF2F5C8E7}" destId="{9EFA7A27-BDCF-441D-8E08-8A35EE95B2AE}" srcOrd="0" destOrd="0" presId="urn:microsoft.com/office/officeart/2005/8/layout/process1"/>
    <dgm:cxn modelId="{1E1C2485-4FDF-4E48-86C8-696997DBD2A6}" type="presParOf" srcId="{0B584340-A44F-4480-B312-930A5C22CBA6}" destId="{392967FD-063D-4D3B-8B70-AB1D0F0763D9}" srcOrd="2" destOrd="0" presId="urn:microsoft.com/office/officeart/2005/8/layout/process1"/>
    <dgm:cxn modelId="{C1859FA4-8523-4FA8-8367-B9EC72281657}" type="presParOf" srcId="{0B584340-A44F-4480-B312-930A5C22CBA6}" destId="{04694C1E-B1B7-4882-92DE-FE8181E9EA6F}" srcOrd="3" destOrd="0" presId="urn:microsoft.com/office/officeart/2005/8/layout/process1"/>
    <dgm:cxn modelId="{5386BC02-5A7F-43F2-A78F-41A677212575}" type="presParOf" srcId="{04694C1E-B1B7-4882-92DE-FE8181E9EA6F}" destId="{1EE98E18-5B12-42CB-A285-A8D501ABE3DD}" srcOrd="0" destOrd="0" presId="urn:microsoft.com/office/officeart/2005/8/layout/process1"/>
    <dgm:cxn modelId="{4CC681D4-C53C-4D54-84A7-B3DB28EEB47C}" type="presParOf" srcId="{0B584340-A44F-4480-B312-930A5C22CBA6}" destId="{B5BA4B95-A99E-4165-A93C-E76566E8D80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E7A953-16C0-4C25-B605-BC0C698B316C}" type="doc">
      <dgm:prSet loTypeId="urn:microsoft.com/office/officeart/2009/3/layout/HorizontalOrganizationChart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AE2ED84F-3A2B-48EF-8BB7-3FBC8D0E5245}">
      <dgm:prSet phldrT="[Tekst]" custT="1"/>
      <dgm:spPr/>
      <dgm:t>
        <a:bodyPr/>
        <a:lstStyle/>
        <a:p>
          <a:pPr>
            <a:buNone/>
          </a:pPr>
          <a:r>
            <a:rPr lang="pl-PL" sz="2000" b="1" dirty="0" err="1"/>
            <a:t>Integrated</a:t>
          </a:r>
          <a:r>
            <a:rPr lang="pl-PL" sz="2000" b="1" dirty="0"/>
            <a:t> </a:t>
          </a:r>
          <a:r>
            <a:rPr lang="pl-PL" sz="2000" b="1" dirty="0" err="1"/>
            <a:t>customer-level</a:t>
          </a:r>
          <a:r>
            <a:rPr lang="pl-PL" sz="2000" b="1" dirty="0"/>
            <a:t> </a:t>
          </a:r>
          <a:r>
            <a:rPr lang="pl-PL" sz="2000" b="1" dirty="0" err="1"/>
            <a:t>dataset</a:t>
          </a:r>
          <a:br>
            <a:rPr lang="pl-PL" sz="2000" dirty="0"/>
          </a:br>
          <a:r>
            <a:rPr lang="pl-PL" sz="2000" b="0" dirty="0"/>
            <a:t>400 </a:t>
          </a:r>
          <a:r>
            <a:rPr lang="pl-PL" sz="2000" b="0" dirty="0" err="1"/>
            <a:t>customers</a:t>
          </a:r>
          <a:r>
            <a:rPr lang="pl-PL" sz="2000" b="0" dirty="0"/>
            <a:t>, 22 </a:t>
          </a:r>
          <a:r>
            <a:rPr lang="pl-PL" sz="2000" b="0" dirty="0" err="1"/>
            <a:t>columns</a:t>
          </a:r>
          <a:endParaRPr lang="pl-PL" sz="2000" b="0" dirty="0"/>
        </a:p>
      </dgm:t>
    </dgm:pt>
    <dgm:pt modelId="{D4CD13A9-2927-45C9-8479-E93F44975D7D}" type="parTrans" cxnId="{3C88B0C2-80E8-4A83-BD86-81C5C6E90D36}">
      <dgm:prSet/>
      <dgm:spPr/>
      <dgm:t>
        <a:bodyPr/>
        <a:lstStyle/>
        <a:p>
          <a:endParaRPr lang="pl-PL" sz="2000"/>
        </a:p>
      </dgm:t>
    </dgm:pt>
    <dgm:pt modelId="{7020AA1C-4AA0-4225-897C-8B10718E465E}" type="sibTrans" cxnId="{3C88B0C2-80E8-4A83-BD86-81C5C6E90D36}">
      <dgm:prSet/>
      <dgm:spPr/>
      <dgm:t>
        <a:bodyPr/>
        <a:lstStyle/>
        <a:p>
          <a:endParaRPr lang="pl-PL" sz="2000"/>
        </a:p>
      </dgm:t>
    </dgm:pt>
    <dgm:pt modelId="{EC38A746-BB0F-4963-933C-10E93E4FB9D4}">
      <dgm:prSet phldrT="[Tekst]" custT="1"/>
      <dgm:spPr/>
      <dgm:t>
        <a:bodyPr/>
        <a:lstStyle/>
        <a:p>
          <a:pPr>
            <a:buNone/>
          </a:pPr>
          <a:r>
            <a:rPr lang="pl-PL" sz="2000" b="1" dirty="0" err="1"/>
            <a:t>Account</a:t>
          </a:r>
          <a:r>
            <a:rPr lang="pl-PL" sz="2000" b="1" dirty="0"/>
            <a:t> </a:t>
          </a:r>
          <a:r>
            <a:rPr lang="pl-PL" sz="2000" b="1" dirty="0" err="1"/>
            <a:t>information</a:t>
          </a:r>
          <a:r>
            <a:rPr lang="pl-PL" sz="2000" b="1" dirty="0"/>
            <a:t> </a:t>
          </a:r>
        </a:p>
        <a:p>
          <a:pPr>
            <a:buNone/>
          </a:pPr>
          <a:r>
            <a:rPr lang="pl-PL" sz="2000" dirty="0"/>
            <a:t>400 </a:t>
          </a:r>
          <a:r>
            <a:rPr lang="pl-PL" sz="2000" dirty="0" err="1"/>
            <a:t>customers</a:t>
          </a:r>
          <a:endParaRPr lang="pl-PL" sz="2000" dirty="0"/>
        </a:p>
      </dgm:t>
    </dgm:pt>
    <dgm:pt modelId="{2E231E12-75E7-4FF7-97E5-83E36180F446}" type="parTrans" cxnId="{E4D90588-997E-471F-B608-C9E907EF0EA2}">
      <dgm:prSet/>
      <dgm:spPr/>
      <dgm:t>
        <a:bodyPr/>
        <a:lstStyle/>
        <a:p>
          <a:endParaRPr lang="pl-PL" sz="2000"/>
        </a:p>
      </dgm:t>
    </dgm:pt>
    <dgm:pt modelId="{99B2D5E4-A9FE-41E7-B43D-BA74E7630263}" type="sibTrans" cxnId="{E4D90588-997E-471F-B608-C9E907EF0EA2}">
      <dgm:prSet/>
      <dgm:spPr/>
      <dgm:t>
        <a:bodyPr/>
        <a:lstStyle/>
        <a:p>
          <a:endParaRPr lang="pl-PL" sz="2000"/>
        </a:p>
      </dgm:t>
    </dgm:pt>
    <dgm:pt modelId="{E5539110-C09E-40C8-93B2-A46C7E0BA282}">
      <dgm:prSet phldrT="[Tekst]" custT="1"/>
      <dgm:spPr/>
      <dgm:t>
        <a:bodyPr/>
        <a:lstStyle/>
        <a:p>
          <a:pPr>
            <a:buNone/>
          </a:pPr>
          <a:r>
            <a:rPr lang="pl-PL" sz="2000" b="1" dirty="0" err="1"/>
            <a:t>Customer</a:t>
          </a:r>
          <a:r>
            <a:rPr lang="pl-PL" sz="2000" b="1" dirty="0"/>
            <a:t> </a:t>
          </a:r>
          <a:r>
            <a:rPr lang="pl-PL" sz="2000" b="1" dirty="0" err="1"/>
            <a:t>support</a:t>
          </a:r>
          <a:r>
            <a:rPr lang="pl-PL" sz="2000" b="1" dirty="0"/>
            <a:t> </a:t>
          </a:r>
        </a:p>
        <a:p>
          <a:pPr>
            <a:buNone/>
          </a:pPr>
          <a:r>
            <a:rPr lang="pl-PL" sz="2000" dirty="0"/>
            <a:t>918 </a:t>
          </a:r>
          <a:r>
            <a:rPr lang="pl-PL" sz="2000" dirty="0" err="1"/>
            <a:t>support</a:t>
          </a:r>
          <a:r>
            <a:rPr lang="pl-PL" sz="2000" dirty="0"/>
            <a:t> </a:t>
          </a:r>
          <a:r>
            <a:rPr lang="pl-PL" sz="2000" dirty="0" err="1"/>
            <a:t>tickets</a:t>
          </a:r>
          <a:endParaRPr lang="pl-PL" sz="2000" dirty="0"/>
        </a:p>
      </dgm:t>
    </dgm:pt>
    <dgm:pt modelId="{DD4CCB79-633E-4E97-BDD7-06CF001C0480}" type="parTrans" cxnId="{064FE5C8-9590-4DA1-8A76-5E42404B3A36}">
      <dgm:prSet/>
      <dgm:spPr/>
      <dgm:t>
        <a:bodyPr/>
        <a:lstStyle/>
        <a:p>
          <a:endParaRPr lang="pl-PL" sz="2000"/>
        </a:p>
      </dgm:t>
    </dgm:pt>
    <dgm:pt modelId="{11A4F1EA-548E-4FD0-993E-7FB02B9C0ECC}" type="sibTrans" cxnId="{064FE5C8-9590-4DA1-8A76-5E42404B3A36}">
      <dgm:prSet/>
      <dgm:spPr/>
      <dgm:t>
        <a:bodyPr/>
        <a:lstStyle/>
        <a:p>
          <a:endParaRPr lang="pl-PL" sz="2000"/>
        </a:p>
      </dgm:t>
    </dgm:pt>
    <dgm:pt modelId="{95082E6A-D000-40E0-9EFC-C8B402D8A38D}">
      <dgm:prSet phldrT="[Tekst]" custT="1"/>
      <dgm:spPr/>
      <dgm:t>
        <a:bodyPr/>
        <a:lstStyle/>
        <a:p>
          <a:pPr>
            <a:buNone/>
          </a:pPr>
          <a:r>
            <a:rPr lang="pl-PL" sz="2000" b="1" dirty="0"/>
            <a:t>User </a:t>
          </a:r>
          <a:r>
            <a:rPr lang="pl-PL" sz="2000" b="1" dirty="0" err="1"/>
            <a:t>activity</a:t>
          </a:r>
          <a:r>
            <a:rPr lang="pl-PL" sz="2000" b="1" dirty="0"/>
            <a:t> </a:t>
          </a:r>
        </a:p>
        <a:p>
          <a:pPr>
            <a:buNone/>
          </a:pPr>
          <a:r>
            <a:rPr lang="pl-PL" sz="2000" dirty="0"/>
            <a:t>445 </a:t>
          </a:r>
          <a:r>
            <a:rPr lang="pl-PL" sz="2000" dirty="0" err="1"/>
            <a:t>events</a:t>
          </a:r>
          <a:endParaRPr lang="pl-PL" sz="2000" dirty="0"/>
        </a:p>
      </dgm:t>
    </dgm:pt>
    <dgm:pt modelId="{D28086C4-959A-49B5-87F4-1ACC70204A7C}" type="parTrans" cxnId="{497F3904-67C0-4C00-943A-4FA63EDF08BD}">
      <dgm:prSet/>
      <dgm:spPr/>
      <dgm:t>
        <a:bodyPr/>
        <a:lstStyle/>
        <a:p>
          <a:endParaRPr lang="pl-PL" sz="2000"/>
        </a:p>
      </dgm:t>
    </dgm:pt>
    <dgm:pt modelId="{B9C95383-B13B-4627-9D67-773C4D9728B2}" type="sibTrans" cxnId="{497F3904-67C0-4C00-943A-4FA63EDF08BD}">
      <dgm:prSet/>
      <dgm:spPr/>
      <dgm:t>
        <a:bodyPr/>
        <a:lstStyle/>
        <a:p>
          <a:endParaRPr lang="pl-PL" sz="2000"/>
        </a:p>
      </dgm:t>
    </dgm:pt>
    <dgm:pt modelId="{0F07AA50-CFE9-446F-947E-F076BE7F7832}" type="pres">
      <dgm:prSet presAssocID="{B5E7A953-16C0-4C25-B605-BC0C698B316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DDCB7DC-957C-4CF1-856A-406603433418}" type="pres">
      <dgm:prSet presAssocID="{AE2ED84F-3A2B-48EF-8BB7-3FBC8D0E5245}" presName="hierRoot1" presStyleCnt="0">
        <dgm:presLayoutVars>
          <dgm:hierBranch val="init"/>
        </dgm:presLayoutVars>
      </dgm:prSet>
      <dgm:spPr/>
    </dgm:pt>
    <dgm:pt modelId="{87311AEE-525C-4247-AC37-02B0793E58B0}" type="pres">
      <dgm:prSet presAssocID="{AE2ED84F-3A2B-48EF-8BB7-3FBC8D0E5245}" presName="rootComposite1" presStyleCnt="0"/>
      <dgm:spPr/>
    </dgm:pt>
    <dgm:pt modelId="{B4D4669C-9241-4251-89C3-CC800D3029E1}" type="pres">
      <dgm:prSet presAssocID="{AE2ED84F-3A2B-48EF-8BB7-3FBC8D0E5245}" presName="rootText1" presStyleLbl="node0" presStyleIdx="0" presStyleCnt="1" custScaleY="162549">
        <dgm:presLayoutVars>
          <dgm:chPref val="3"/>
        </dgm:presLayoutVars>
      </dgm:prSet>
      <dgm:spPr/>
    </dgm:pt>
    <dgm:pt modelId="{FC3ACCB2-E187-4CE7-987D-512BC0281249}" type="pres">
      <dgm:prSet presAssocID="{AE2ED84F-3A2B-48EF-8BB7-3FBC8D0E5245}" presName="rootConnector1" presStyleLbl="node1" presStyleIdx="0" presStyleCnt="0"/>
      <dgm:spPr/>
    </dgm:pt>
    <dgm:pt modelId="{0A1856EA-A7DA-4798-9A6F-E0B0CC6B7514}" type="pres">
      <dgm:prSet presAssocID="{AE2ED84F-3A2B-48EF-8BB7-3FBC8D0E5245}" presName="hierChild2" presStyleCnt="0"/>
      <dgm:spPr/>
    </dgm:pt>
    <dgm:pt modelId="{E4B2135C-7E0D-46A3-8E2E-C4C44F7D8540}" type="pres">
      <dgm:prSet presAssocID="{2E231E12-75E7-4FF7-97E5-83E36180F446}" presName="Name64" presStyleLbl="parChTrans1D2" presStyleIdx="0" presStyleCnt="3"/>
      <dgm:spPr/>
    </dgm:pt>
    <dgm:pt modelId="{7C0A0633-6E0F-43D7-999F-285D4285C8F3}" type="pres">
      <dgm:prSet presAssocID="{EC38A746-BB0F-4963-933C-10E93E4FB9D4}" presName="hierRoot2" presStyleCnt="0">
        <dgm:presLayoutVars>
          <dgm:hierBranch val="init"/>
        </dgm:presLayoutVars>
      </dgm:prSet>
      <dgm:spPr/>
    </dgm:pt>
    <dgm:pt modelId="{A0E61A58-239C-451B-894E-DF4BD55BE2F9}" type="pres">
      <dgm:prSet presAssocID="{EC38A746-BB0F-4963-933C-10E93E4FB9D4}" presName="rootComposite" presStyleCnt="0"/>
      <dgm:spPr/>
    </dgm:pt>
    <dgm:pt modelId="{ED41952B-2346-49A0-8E20-65CD2C2B3459}" type="pres">
      <dgm:prSet presAssocID="{EC38A746-BB0F-4963-933C-10E93E4FB9D4}" presName="rootText" presStyleLbl="node2" presStyleIdx="0" presStyleCnt="3">
        <dgm:presLayoutVars>
          <dgm:chPref val="3"/>
        </dgm:presLayoutVars>
      </dgm:prSet>
      <dgm:spPr/>
    </dgm:pt>
    <dgm:pt modelId="{607210A4-A91B-4C1A-9868-DABE1A06E4D3}" type="pres">
      <dgm:prSet presAssocID="{EC38A746-BB0F-4963-933C-10E93E4FB9D4}" presName="rootConnector" presStyleLbl="node2" presStyleIdx="0" presStyleCnt="3"/>
      <dgm:spPr/>
    </dgm:pt>
    <dgm:pt modelId="{8BF25BF5-4749-433F-BA92-6D95CC892615}" type="pres">
      <dgm:prSet presAssocID="{EC38A746-BB0F-4963-933C-10E93E4FB9D4}" presName="hierChild4" presStyleCnt="0"/>
      <dgm:spPr/>
    </dgm:pt>
    <dgm:pt modelId="{E86C84D7-1AD4-45D5-8858-5759F8CD4D54}" type="pres">
      <dgm:prSet presAssocID="{EC38A746-BB0F-4963-933C-10E93E4FB9D4}" presName="hierChild5" presStyleCnt="0"/>
      <dgm:spPr/>
    </dgm:pt>
    <dgm:pt modelId="{0B31892A-395E-4A9C-B2C8-6B721A3C834D}" type="pres">
      <dgm:prSet presAssocID="{DD4CCB79-633E-4E97-BDD7-06CF001C0480}" presName="Name64" presStyleLbl="parChTrans1D2" presStyleIdx="1" presStyleCnt="3"/>
      <dgm:spPr/>
    </dgm:pt>
    <dgm:pt modelId="{FA20811E-832F-476F-8546-BE3A56AA0000}" type="pres">
      <dgm:prSet presAssocID="{E5539110-C09E-40C8-93B2-A46C7E0BA282}" presName="hierRoot2" presStyleCnt="0">
        <dgm:presLayoutVars>
          <dgm:hierBranch val="init"/>
        </dgm:presLayoutVars>
      </dgm:prSet>
      <dgm:spPr/>
    </dgm:pt>
    <dgm:pt modelId="{9B3419C0-E78E-4CFF-A460-8B2E518D9F6D}" type="pres">
      <dgm:prSet presAssocID="{E5539110-C09E-40C8-93B2-A46C7E0BA282}" presName="rootComposite" presStyleCnt="0"/>
      <dgm:spPr/>
    </dgm:pt>
    <dgm:pt modelId="{EB27F118-840A-442D-BA6C-B65B027A14AE}" type="pres">
      <dgm:prSet presAssocID="{E5539110-C09E-40C8-93B2-A46C7E0BA282}" presName="rootText" presStyleLbl="node2" presStyleIdx="1" presStyleCnt="3">
        <dgm:presLayoutVars>
          <dgm:chPref val="3"/>
        </dgm:presLayoutVars>
      </dgm:prSet>
      <dgm:spPr/>
    </dgm:pt>
    <dgm:pt modelId="{2E99C201-3F67-45A0-B0A7-3CDE9EAEE21B}" type="pres">
      <dgm:prSet presAssocID="{E5539110-C09E-40C8-93B2-A46C7E0BA282}" presName="rootConnector" presStyleLbl="node2" presStyleIdx="1" presStyleCnt="3"/>
      <dgm:spPr/>
    </dgm:pt>
    <dgm:pt modelId="{08ECA827-0C40-43CA-9396-009B08E4AE6E}" type="pres">
      <dgm:prSet presAssocID="{E5539110-C09E-40C8-93B2-A46C7E0BA282}" presName="hierChild4" presStyleCnt="0"/>
      <dgm:spPr/>
    </dgm:pt>
    <dgm:pt modelId="{2397CF8C-A8BC-4353-ABD3-650E08F829F3}" type="pres">
      <dgm:prSet presAssocID="{E5539110-C09E-40C8-93B2-A46C7E0BA282}" presName="hierChild5" presStyleCnt="0"/>
      <dgm:spPr/>
    </dgm:pt>
    <dgm:pt modelId="{A950AD51-D9F7-4AE3-ABAE-A48837B2EB11}" type="pres">
      <dgm:prSet presAssocID="{D28086C4-959A-49B5-87F4-1ACC70204A7C}" presName="Name64" presStyleLbl="parChTrans1D2" presStyleIdx="2" presStyleCnt="3"/>
      <dgm:spPr/>
    </dgm:pt>
    <dgm:pt modelId="{02902371-8874-434E-9C29-05EFF43ECE97}" type="pres">
      <dgm:prSet presAssocID="{95082E6A-D000-40E0-9EFC-C8B402D8A38D}" presName="hierRoot2" presStyleCnt="0">
        <dgm:presLayoutVars>
          <dgm:hierBranch val="init"/>
        </dgm:presLayoutVars>
      </dgm:prSet>
      <dgm:spPr/>
    </dgm:pt>
    <dgm:pt modelId="{254625D4-08F3-477D-BB1B-5314C301B1A1}" type="pres">
      <dgm:prSet presAssocID="{95082E6A-D000-40E0-9EFC-C8B402D8A38D}" presName="rootComposite" presStyleCnt="0"/>
      <dgm:spPr/>
    </dgm:pt>
    <dgm:pt modelId="{1A3A24F6-CFEA-48C5-9F3D-7F483849C866}" type="pres">
      <dgm:prSet presAssocID="{95082E6A-D000-40E0-9EFC-C8B402D8A38D}" presName="rootText" presStyleLbl="node2" presStyleIdx="2" presStyleCnt="3">
        <dgm:presLayoutVars>
          <dgm:chPref val="3"/>
        </dgm:presLayoutVars>
      </dgm:prSet>
      <dgm:spPr/>
    </dgm:pt>
    <dgm:pt modelId="{17D91667-50B0-4A00-A477-26303DE5F6BE}" type="pres">
      <dgm:prSet presAssocID="{95082E6A-D000-40E0-9EFC-C8B402D8A38D}" presName="rootConnector" presStyleLbl="node2" presStyleIdx="2" presStyleCnt="3"/>
      <dgm:spPr/>
    </dgm:pt>
    <dgm:pt modelId="{5133516A-22A6-466E-A629-F87A55D7ED31}" type="pres">
      <dgm:prSet presAssocID="{95082E6A-D000-40E0-9EFC-C8B402D8A38D}" presName="hierChild4" presStyleCnt="0"/>
      <dgm:spPr/>
    </dgm:pt>
    <dgm:pt modelId="{3E17EFA2-960B-4F9F-828B-15887C79F0F1}" type="pres">
      <dgm:prSet presAssocID="{95082E6A-D000-40E0-9EFC-C8B402D8A38D}" presName="hierChild5" presStyleCnt="0"/>
      <dgm:spPr/>
    </dgm:pt>
    <dgm:pt modelId="{47F3BE96-CC5C-4F06-9060-85BA0D1D0CDE}" type="pres">
      <dgm:prSet presAssocID="{AE2ED84F-3A2B-48EF-8BB7-3FBC8D0E5245}" presName="hierChild3" presStyleCnt="0"/>
      <dgm:spPr/>
    </dgm:pt>
  </dgm:ptLst>
  <dgm:cxnLst>
    <dgm:cxn modelId="{D5810E01-D7E6-481B-8A1E-1C994D8FADD7}" type="presOf" srcId="{EC38A746-BB0F-4963-933C-10E93E4FB9D4}" destId="{ED41952B-2346-49A0-8E20-65CD2C2B3459}" srcOrd="0" destOrd="0" presId="urn:microsoft.com/office/officeart/2009/3/layout/HorizontalOrganizationChart"/>
    <dgm:cxn modelId="{497F3904-67C0-4C00-943A-4FA63EDF08BD}" srcId="{AE2ED84F-3A2B-48EF-8BB7-3FBC8D0E5245}" destId="{95082E6A-D000-40E0-9EFC-C8B402D8A38D}" srcOrd="2" destOrd="0" parTransId="{D28086C4-959A-49B5-87F4-1ACC70204A7C}" sibTransId="{B9C95383-B13B-4627-9D67-773C4D9728B2}"/>
    <dgm:cxn modelId="{FBA3C507-9A68-408F-9D0D-B701BF4CE6CD}" type="presOf" srcId="{AE2ED84F-3A2B-48EF-8BB7-3FBC8D0E5245}" destId="{FC3ACCB2-E187-4CE7-987D-512BC0281249}" srcOrd="1" destOrd="0" presId="urn:microsoft.com/office/officeart/2009/3/layout/HorizontalOrganizationChart"/>
    <dgm:cxn modelId="{9500CA4F-A9E6-4F9C-850C-5DC528C14028}" type="presOf" srcId="{EC38A746-BB0F-4963-933C-10E93E4FB9D4}" destId="{607210A4-A91B-4C1A-9868-DABE1A06E4D3}" srcOrd="1" destOrd="0" presId="urn:microsoft.com/office/officeart/2009/3/layout/HorizontalOrganizationChart"/>
    <dgm:cxn modelId="{09D3A67F-39E6-4370-A07B-78DD3646DADF}" type="presOf" srcId="{95082E6A-D000-40E0-9EFC-C8B402D8A38D}" destId="{1A3A24F6-CFEA-48C5-9F3D-7F483849C866}" srcOrd="0" destOrd="0" presId="urn:microsoft.com/office/officeart/2009/3/layout/HorizontalOrganizationChart"/>
    <dgm:cxn modelId="{47D6ED85-EA68-4275-996E-E8DA21108E1B}" type="presOf" srcId="{B5E7A953-16C0-4C25-B605-BC0C698B316C}" destId="{0F07AA50-CFE9-446F-947E-F076BE7F7832}" srcOrd="0" destOrd="0" presId="urn:microsoft.com/office/officeart/2009/3/layout/HorizontalOrganizationChart"/>
    <dgm:cxn modelId="{0895FB86-3FA2-46D2-9178-B797788A6223}" type="presOf" srcId="{AE2ED84F-3A2B-48EF-8BB7-3FBC8D0E5245}" destId="{B4D4669C-9241-4251-89C3-CC800D3029E1}" srcOrd="0" destOrd="0" presId="urn:microsoft.com/office/officeart/2009/3/layout/HorizontalOrganizationChart"/>
    <dgm:cxn modelId="{E4D90588-997E-471F-B608-C9E907EF0EA2}" srcId="{AE2ED84F-3A2B-48EF-8BB7-3FBC8D0E5245}" destId="{EC38A746-BB0F-4963-933C-10E93E4FB9D4}" srcOrd="0" destOrd="0" parTransId="{2E231E12-75E7-4FF7-97E5-83E36180F446}" sibTransId="{99B2D5E4-A9FE-41E7-B43D-BA74E7630263}"/>
    <dgm:cxn modelId="{6A274BB8-2750-4F01-B4FC-D9E9F3A05230}" type="presOf" srcId="{95082E6A-D000-40E0-9EFC-C8B402D8A38D}" destId="{17D91667-50B0-4A00-A477-26303DE5F6BE}" srcOrd="1" destOrd="0" presId="urn:microsoft.com/office/officeart/2009/3/layout/HorizontalOrganizationChart"/>
    <dgm:cxn modelId="{3C88B0C2-80E8-4A83-BD86-81C5C6E90D36}" srcId="{B5E7A953-16C0-4C25-B605-BC0C698B316C}" destId="{AE2ED84F-3A2B-48EF-8BB7-3FBC8D0E5245}" srcOrd="0" destOrd="0" parTransId="{D4CD13A9-2927-45C9-8479-E93F44975D7D}" sibTransId="{7020AA1C-4AA0-4225-897C-8B10718E465E}"/>
    <dgm:cxn modelId="{064FE5C8-9590-4DA1-8A76-5E42404B3A36}" srcId="{AE2ED84F-3A2B-48EF-8BB7-3FBC8D0E5245}" destId="{E5539110-C09E-40C8-93B2-A46C7E0BA282}" srcOrd="1" destOrd="0" parTransId="{DD4CCB79-633E-4E97-BDD7-06CF001C0480}" sibTransId="{11A4F1EA-548E-4FD0-993E-7FB02B9C0ECC}"/>
    <dgm:cxn modelId="{46B843CB-BD7A-4E30-9EEF-BE10CF8BB8AC}" type="presOf" srcId="{E5539110-C09E-40C8-93B2-A46C7E0BA282}" destId="{2E99C201-3F67-45A0-B0A7-3CDE9EAEE21B}" srcOrd="1" destOrd="0" presId="urn:microsoft.com/office/officeart/2009/3/layout/HorizontalOrganizationChart"/>
    <dgm:cxn modelId="{EB379FCD-E4AD-449E-B400-4C67E4467F46}" type="presOf" srcId="{2E231E12-75E7-4FF7-97E5-83E36180F446}" destId="{E4B2135C-7E0D-46A3-8E2E-C4C44F7D8540}" srcOrd="0" destOrd="0" presId="urn:microsoft.com/office/officeart/2009/3/layout/HorizontalOrganizationChart"/>
    <dgm:cxn modelId="{BCF8EBCE-97C9-4BE5-97AB-FBD698566668}" type="presOf" srcId="{E5539110-C09E-40C8-93B2-A46C7E0BA282}" destId="{EB27F118-840A-442D-BA6C-B65B027A14AE}" srcOrd="0" destOrd="0" presId="urn:microsoft.com/office/officeart/2009/3/layout/HorizontalOrganizationChart"/>
    <dgm:cxn modelId="{7E871DDE-DB54-4E14-AA0F-71A957E9C0E5}" type="presOf" srcId="{DD4CCB79-633E-4E97-BDD7-06CF001C0480}" destId="{0B31892A-395E-4A9C-B2C8-6B721A3C834D}" srcOrd="0" destOrd="0" presId="urn:microsoft.com/office/officeart/2009/3/layout/HorizontalOrganizationChart"/>
    <dgm:cxn modelId="{34F077FD-4B55-4943-ABE7-284FE50FA370}" type="presOf" srcId="{D28086C4-959A-49B5-87F4-1ACC70204A7C}" destId="{A950AD51-D9F7-4AE3-ABAE-A48837B2EB11}" srcOrd="0" destOrd="0" presId="urn:microsoft.com/office/officeart/2009/3/layout/HorizontalOrganizationChart"/>
    <dgm:cxn modelId="{5968AE79-C25A-4C1C-B24F-6B92AF967935}" type="presParOf" srcId="{0F07AA50-CFE9-446F-947E-F076BE7F7832}" destId="{FDDCB7DC-957C-4CF1-856A-406603433418}" srcOrd="0" destOrd="0" presId="urn:microsoft.com/office/officeart/2009/3/layout/HorizontalOrganizationChart"/>
    <dgm:cxn modelId="{2C77EC58-893F-4F45-85D2-BF9162E72A70}" type="presParOf" srcId="{FDDCB7DC-957C-4CF1-856A-406603433418}" destId="{87311AEE-525C-4247-AC37-02B0793E58B0}" srcOrd="0" destOrd="0" presId="urn:microsoft.com/office/officeart/2009/3/layout/HorizontalOrganizationChart"/>
    <dgm:cxn modelId="{B06F5255-E092-4F27-9906-6832E2620BC5}" type="presParOf" srcId="{87311AEE-525C-4247-AC37-02B0793E58B0}" destId="{B4D4669C-9241-4251-89C3-CC800D3029E1}" srcOrd="0" destOrd="0" presId="urn:microsoft.com/office/officeart/2009/3/layout/HorizontalOrganizationChart"/>
    <dgm:cxn modelId="{1B60A82D-2181-47C2-A174-34D4E7899839}" type="presParOf" srcId="{87311AEE-525C-4247-AC37-02B0793E58B0}" destId="{FC3ACCB2-E187-4CE7-987D-512BC0281249}" srcOrd="1" destOrd="0" presId="urn:microsoft.com/office/officeart/2009/3/layout/HorizontalOrganizationChart"/>
    <dgm:cxn modelId="{60B99BAA-21F1-4B85-AE56-C304B8488954}" type="presParOf" srcId="{FDDCB7DC-957C-4CF1-856A-406603433418}" destId="{0A1856EA-A7DA-4798-9A6F-E0B0CC6B7514}" srcOrd="1" destOrd="0" presId="urn:microsoft.com/office/officeart/2009/3/layout/HorizontalOrganizationChart"/>
    <dgm:cxn modelId="{BA844B9B-51EA-40A4-AF45-9B45067F9D03}" type="presParOf" srcId="{0A1856EA-A7DA-4798-9A6F-E0B0CC6B7514}" destId="{E4B2135C-7E0D-46A3-8E2E-C4C44F7D8540}" srcOrd="0" destOrd="0" presId="urn:microsoft.com/office/officeart/2009/3/layout/HorizontalOrganizationChart"/>
    <dgm:cxn modelId="{016A20EF-7175-4DA3-A48A-5F820E33CE2B}" type="presParOf" srcId="{0A1856EA-A7DA-4798-9A6F-E0B0CC6B7514}" destId="{7C0A0633-6E0F-43D7-999F-285D4285C8F3}" srcOrd="1" destOrd="0" presId="urn:microsoft.com/office/officeart/2009/3/layout/HorizontalOrganizationChart"/>
    <dgm:cxn modelId="{76E2C605-9CF9-4F3E-A6B1-F0FB1CEBA568}" type="presParOf" srcId="{7C0A0633-6E0F-43D7-999F-285D4285C8F3}" destId="{A0E61A58-239C-451B-894E-DF4BD55BE2F9}" srcOrd="0" destOrd="0" presId="urn:microsoft.com/office/officeart/2009/3/layout/HorizontalOrganizationChart"/>
    <dgm:cxn modelId="{373F60CE-7644-4CC5-9073-DC6B347ECF49}" type="presParOf" srcId="{A0E61A58-239C-451B-894E-DF4BD55BE2F9}" destId="{ED41952B-2346-49A0-8E20-65CD2C2B3459}" srcOrd="0" destOrd="0" presId="urn:microsoft.com/office/officeart/2009/3/layout/HorizontalOrganizationChart"/>
    <dgm:cxn modelId="{9B04E2AC-D15E-485D-BD6C-1B8B48D32D05}" type="presParOf" srcId="{A0E61A58-239C-451B-894E-DF4BD55BE2F9}" destId="{607210A4-A91B-4C1A-9868-DABE1A06E4D3}" srcOrd="1" destOrd="0" presId="urn:microsoft.com/office/officeart/2009/3/layout/HorizontalOrganizationChart"/>
    <dgm:cxn modelId="{DA6A31E9-396C-42AB-A434-D47F67958FCA}" type="presParOf" srcId="{7C0A0633-6E0F-43D7-999F-285D4285C8F3}" destId="{8BF25BF5-4749-433F-BA92-6D95CC892615}" srcOrd="1" destOrd="0" presId="urn:microsoft.com/office/officeart/2009/3/layout/HorizontalOrganizationChart"/>
    <dgm:cxn modelId="{6E40D24D-448C-4057-AEB7-33CC57BCA82F}" type="presParOf" srcId="{7C0A0633-6E0F-43D7-999F-285D4285C8F3}" destId="{E86C84D7-1AD4-45D5-8858-5759F8CD4D54}" srcOrd="2" destOrd="0" presId="urn:microsoft.com/office/officeart/2009/3/layout/HorizontalOrganizationChart"/>
    <dgm:cxn modelId="{649CB6AB-33A5-44C0-A125-7EE1EE408FB6}" type="presParOf" srcId="{0A1856EA-A7DA-4798-9A6F-E0B0CC6B7514}" destId="{0B31892A-395E-4A9C-B2C8-6B721A3C834D}" srcOrd="2" destOrd="0" presId="urn:microsoft.com/office/officeart/2009/3/layout/HorizontalOrganizationChart"/>
    <dgm:cxn modelId="{9B4A2026-3A21-4DD0-814B-E4F2993D40C9}" type="presParOf" srcId="{0A1856EA-A7DA-4798-9A6F-E0B0CC6B7514}" destId="{FA20811E-832F-476F-8546-BE3A56AA0000}" srcOrd="3" destOrd="0" presId="urn:microsoft.com/office/officeart/2009/3/layout/HorizontalOrganizationChart"/>
    <dgm:cxn modelId="{20364B9B-A9F8-47FA-9B1D-88F83B7D1E20}" type="presParOf" srcId="{FA20811E-832F-476F-8546-BE3A56AA0000}" destId="{9B3419C0-E78E-4CFF-A460-8B2E518D9F6D}" srcOrd="0" destOrd="0" presId="urn:microsoft.com/office/officeart/2009/3/layout/HorizontalOrganizationChart"/>
    <dgm:cxn modelId="{92B24C42-C3CE-485E-B333-268311563246}" type="presParOf" srcId="{9B3419C0-E78E-4CFF-A460-8B2E518D9F6D}" destId="{EB27F118-840A-442D-BA6C-B65B027A14AE}" srcOrd="0" destOrd="0" presId="urn:microsoft.com/office/officeart/2009/3/layout/HorizontalOrganizationChart"/>
    <dgm:cxn modelId="{B570BCF0-A3A4-44EE-8F75-322825F9A248}" type="presParOf" srcId="{9B3419C0-E78E-4CFF-A460-8B2E518D9F6D}" destId="{2E99C201-3F67-45A0-B0A7-3CDE9EAEE21B}" srcOrd="1" destOrd="0" presId="urn:microsoft.com/office/officeart/2009/3/layout/HorizontalOrganizationChart"/>
    <dgm:cxn modelId="{2B0B9E11-EABF-4EC1-9744-684F36543760}" type="presParOf" srcId="{FA20811E-832F-476F-8546-BE3A56AA0000}" destId="{08ECA827-0C40-43CA-9396-009B08E4AE6E}" srcOrd="1" destOrd="0" presId="urn:microsoft.com/office/officeart/2009/3/layout/HorizontalOrganizationChart"/>
    <dgm:cxn modelId="{45D6F7CD-21CD-4825-A288-61ED77833242}" type="presParOf" srcId="{FA20811E-832F-476F-8546-BE3A56AA0000}" destId="{2397CF8C-A8BC-4353-ABD3-650E08F829F3}" srcOrd="2" destOrd="0" presId="urn:microsoft.com/office/officeart/2009/3/layout/HorizontalOrganizationChart"/>
    <dgm:cxn modelId="{019D1B1E-2A03-40D6-BEBC-270B8B09D84E}" type="presParOf" srcId="{0A1856EA-A7DA-4798-9A6F-E0B0CC6B7514}" destId="{A950AD51-D9F7-4AE3-ABAE-A48837B2EB11}" srcOrd="4" destOrd="0" presId="urn:microsoft.com/office/officeart/2009/3/layout/HorizontalOrganizationChart"/>
    <dgm:cxn modelId="{BFD92CBB-40E3-4295-A705-0305855A4138}" type="presParOf" srcId="{0A1856EA-A7DA-4798-9A6F-E0B0CC6B7514}" destId="{02902371-8874-434E-9C29-05EFF43ECE97}" srcOrd="5" destOrd="0" presId="urn:microsoft.com/office/officeart/2009/3/layout/HorizontalOrganizationChart"/>
    <dgm:cxn modelId="{CF2D9DB8-678C-4A3B-93DA-46D110BD5771}" type="presParOf" srcId="{02902371-8874-434E-9C29-05EFF43ECE97}" destId="{254625D4-08F3-477D-BB1B-5314C301B1A1}" srcOrd="0" destOrd="0" presId="urn:microsoft.com/office/officeart/2009/3/layout/HorizontalOrganizationChart"/>
    <dgm:cxn modelId="{06001F7B-EEEC-4478-940B-BAF29C5D8118}" type="presParOf" srcId="{254625D4-08F3-477D-BB1B-5314C301B1A1}" destId="{1A3A24F6-CFEA-48C5-9F3D-7F483849C866}" srcOrd="0" destOrd="0" presId="urn:microsoft.com/office/officeart/2009/3/layout/HorizontalOrganizationChart"/>
    <dgm:cxn modelId="{6B324A8A-A3B5-41F8-A67E-E8D773278AFA}" type="presParOf" srcId="{254625D4-08F3-477D-BB1B-5314C301B1A1}" destId="{17D91667-50B0-4A00-A477-26303DE5F6BE}" srcOrd="1" destOrd="0" presId="urn:microsoft.com/office/officeart/2009/3/layout/HorizontalOrganizationChart"/>
    <dgm:cxn modelId="{5D6AB6C0-73A4-47D7-B03D-801E0EA62B45}" type="presParOf" srcId="{02902371-8874-434E-9C29-05EFF43ECE97}" destId="{5133516A-22A6-466E-A629-F87A55D7ED31}" srcOrd="1" destOrd="0" presId="urn:microsoft.com/office/officeart/2009/3/layout/HorizontalOrganizationChart"/>
    <dgm:cxn modelId="{166DBFF0-A22A-4AF6-9644-E056F0701990}" type="presParOf" srcId="{02902371-8874-434E-9C29-05EFF43ECE97}" destId="{3E17EFA2-960B-4F9F-828B-15887C79F0F1}" srcOrd="2" destOrd="0" presId="urn:microsoft.com/office/officeart/2009/3/layout/HorizontalOrganizationChart"/>
    <dgm:cxn modelId="{A2F9AA6E-8853-4268-96D4-459F4F710D6D}" type="presParOf" srcId="{FDDCB7DC-957C-4CF1-856A-406603433418}" destId="{47F3BE96-CC5C-4F06-9060-85BA0D1D0CDE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095CAC-9A44-42F9-BE8D-5CEDFB474D86}" type="doc">
      <dgm:prSet loTypeId="urn:microsoft.com/office/officeart/2005/8/layout/process4" loCatId="process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pl-PL"/>
        </a:p>
      </dgm:t>
    </dgm:pt>
    <dgm:pt modelId="{8F128E22-31D8-4B65-868A-BEAA8EFFCDF0}">
      <dgm:prSet phldrT="[Tekst]" custT="1"/>
      <dgm:spPr/>
      <dgm:t>
        <a:bodyPr/>
        <a:lstStyle/>
        <a:p>
          <a:r>
            <a:rPr lang="pl-PL" sz="2000" dirty="0"/>
            <a:t>1. </a:t>
          </a:r>
          <a:r>
            <a:rPr lang="pl-PL" sz="2000" dirty="0" err="1"/>
            <a:t>Validation</a:t>
          </a:r>
          <a:r>
            <a:rPr lang="pl-PL" sz="2000" dirty="0"/>
            <a:t> of </a:t>
          </a:r>
          <a:r>
            <a:rPr lang="pl-PL" sz="2000" dirty="0" err="1"/>
            <a:t>each</a:t>
          </a:r>
          <a:r>
            <a:rPr lang="pl-PL" sz="2000" dirty="0"/>
            <a:t> </a:t>
          </a:r>
          <a:r>
            <a:rPr lang="pl-PL" sz="2000" dirty="0" err="1"/>
            <a:t>column</a:t>
          </a:r>
          <a:endParaRPr lang="pl-PL" sz="2000" dirty="0"/>
        </a:p>
      </dgm:t>
    </dgm:pt>
    <dgm:pt modelId="{92AC1866-23B3-41A0-98A2-9C30310104D8}" type="parTrans" cxnId="{691D27D1-ACB6-4DB9-901D-D2CCD8D891FE}">
      <dgm:prSet/>
      <dgm:spPr/>
      <dgm:t>
        <a:bodyPr/>
        <a:lstStyle/>
        <a:p>
          <a:endParaRPr lang="pl-PL" sz="4800"/>
        </a:p>
      </dgm:t>
    </dgm:pt>
    <dgm:pt modelId="{746A123A-318D-430B-8F3F-5D1B256846B0}" type="sibTrans" cxnId="{691D27D1-ACB6-4DB9-901D-D2CCD8D891FE}">
      <dgm:prSet/>
      <dgm:spPr/>
      <dgm:t>
        <a:bodyPr/>
        <a:lstStyle/>
        <a:p>
          <a:endParaRPr lang="pl-PL" sz="4800"/>
        </a:p>
      </dgm:t>
    </dgm:pt>
    <dgm:pt modelId="{7DA45614-6F8B-4213-98CE-DFD4953E9BCE}">
      <dgm:prSet phldrT="[Tekst]" custT="1"/>
      <dgm:spPr/>
      <dgm:t>
        <a:bodyPr/>
        <a:lstStyle/>
        <a:p>
          <a:r>
            <a:rPr lang="pl-PL" sz="2000" dirty="0"/>
            <a:t>2. </a:t>
          </a:r>
          <a:r>
            <a:rPr lang="pl-PL" sz="2000" dirty="0" err="1"/>
            <a:t>Standardization</a:t>
          </a:r>
          <a:r>
            <a:rPr lang="pl-PL" sz="2000" dirty="0"/>
            <a:t> of </a:t>
          </a:r>
          <a:r>
            <a:rPr lang="pl-PL" sz="2000" dirty="0" err="1"/>
            <a:t>customer</a:t>
          </a:r>
          <a:r>
            <a:rPr lang="pl-PL" sz="2000" dirty="0"/>
            <a:t> </a:t>
          </a:r>
          <a:r>
            <a:rPr lang="pl-PL" sz="2000" dirty="0" err="1"/>
            <a:t>identifiers</a:t>
          </a:r>
          <a:endParaRPr lang="pl-PL" sz="2000" dirty="0"/>
        </a:p>
      </dgm:t>
    </dgm:pt>
    <dgm:pt modelId="{8D57DFB1-B297-4B50-97D3-DF3DB4796EE4}" type="parTrans" cxnId="{1DBBB11E-070F-411D-8022-18C4C78FD967}">
      <dgm:prSet/>
      <dgm:spPr/>
      <dgm:t>
        <a:bodyPr/>
        <a:lstStyle/>
        <a:p>
          <a:endParaRPr lang="pl-PL" sz="4800"/>
        </a:p>
      </dgm:t>
    </dgm:pt>
    <dgm:pt modelId="{6C2856B2-BDEE-4282-AD02-96132DC7A183}" type="sibTrans" cxnId="{1DBBB11E-070F-411D-8022-18C4C78FD967}">
      <dgm:prSet/>
      <dgm:spPr/>
      <dgm:t>
        <a:bodyPr/>
        <a:lstStyle/>
        <a:p>
          <a:endParaRPr lang="pl-PL" sz="4800"/>
        </a:p>
      </dgm:t>
    </dgm:pt>
    <dgm:pt modelId="{CA8994EA-B827-4128-9DFD-01123CBD462E}">
      <dgm:prSet phldrT="[Tekst]" custT="1"/>
      <dgm:spPr/>
      <dgm:t>
        <a:bodyPr/>
        <a:lstStyle/>
        <a:p>
          <a:r>
            <a:rPr lang="pl-PL" sz="2000" dirty="0"/>
            <a:t>3. </a:t>
          </a:r>
          <a:r>
            <a:rPr lang="en-US" sz="2000" dirty="0"/>
            <a:t>Aggregation at the customer level</a:t>
          </a:r>
          <a:endParaRPr lang="pl-PL" sz="2000" dirty="0"/>
        </a:p>
      </dgm:t>
    </dgm:pt>
    <dgm:pt modelId="{ECEE385A-CDFE-4D4C-8728-E7239D4D91AA}" type="parTrans" cxnId="{2304E917-C740-4553-A838-1309974BAD5E}">
      <dgm:prSet/>
      <dgm:spPr/>
      <dgm:t>
        <a:bodyPr/>
        <a:lstStyle/>
        <a:p>
          <a:endParaRPr lang="pl-PL" sz="4800"/>
        </a:p>
      </dgm:t>
    </dgm:pt>
    <dgm:pt modelId="{581FD60E-6981-4CFC-9D52-27A620402A7B}" type="sibTrans" cxnId="{2304E917-C740-4553-A838-1309974BAD5E}">
      <dgm:prSet/>
      <dgm:spPr/>
      <dgm:t>
        <a:bodyPr/>
        <a:lstStyle/>
        <a:p>
          <a:endParaRPr lang="pl-PL" sz="4800"/>
        </a:p>
      </dgm:t>
    </dgm:pt>
    <dgm:pt modelId="{82A5696C-825C-4A07-B293-33FF9FF5C514}" type="pres">
      <dgm:prSet presAssocID="{55095CAC-9A44-42F9-BE8D-5CEDFB474D86}" presName="Name0" presStyleCnt="0">
        <dgm:presLayoutVars>
          <dgm:dir/>
          <dgm:animLvl val="lvl"/>
          <dgm:resizeHandles val="exact"/>
        </dgm:presLayoutVars>
      </dgm:prSet>
      <dgm:spPr/>
    </dgm:pt>
    <dgm:pt modelId="{25B6B99A-9CB7-4AF9-B84C-26367E6FBAB1}" type="pres">
      <dgm:prSet presAssocID="{CA8994EA-B827-4128-9DFD-01123CBD462E}" presName="boxAndChildren" presStyleCnt="0"/>
      <dgm:spPr/>
    </dgm:pt>
    <dgm:pt modelId="{EF2A200D-50E5-44E7-A6E5-B8EEAA577BDA}" type="pres">
      <dgm:prSet presAssocID="{CA8994EA-B827-4128-9DFD-01123CBD462E}" presName="parentTextBox" presStyleLbl="node1" presStyleIdx="0" presStyleCnt="3"/>
      <dgm:spPr/>
    </dgm:pt>
    <dgm:pt modelId="{F828A81A-FDD2-4020-AB4E-6F860198431E}" type="pres">
      <dgm:prSet presAssocID="{6C2856B2-BDEE-4282-AD02-96132DC7A183}" presName="sp" presStyleCnt="0"/>
      <dgm:spPr/>
    </dgm:pt>
    <dgm:pt modelId="{58AB876D-6D48-4534-A81C-4ED0A8DB142C}" type="pres">
      <dgm:prSet presAssocID="{7DA45614-6F8B-4213-98CE-DFD4953E9BCE}" presName="arrowAndChildren" presStyleCnt="0"/>
      <dgm:spPr/>
    </dgm:pt>
    <dgm:pt modelId="{D406F614-9754-4C8F-855F-A5620FA7CDC1}" type="pres">
      <dgm:prSet presAssocID="{7DA45614-6F8B-4213-98CE-DFD4953E9BCE}" presName="parentTextArrow" presStyleLbl="node1" presStyleIdx="1" presStyleCnt="3"/>
      <dgm:spPr/>
    </dgm:pt>
    <dgm:pt modelId="{F0A35931-DF8D-463C-A064-3C3B0FE71A4E}" type="pres">
      <dgm:prSet presAssocID="{746A123A-318D-430B-8F3F-5D1B256846B0}" presName="sp" presStyleCnt="0"/>
      <dgm:spPr/>
    </dgm:pt>
    <dgm:pt modelId="{6F88C1F1-631C-4B28-8899-F2070A30245D}" type="pres">
      <dgm:prSet presAssocID="{8F128E22-31D8-4B65-868A-BEAA8EFFCDF0}" presName="arrowAndChildren" presStyleCnt="0"/>
      <dgm:spPr/>
    </dgm:pt>
    <dgm:pt modelId="{7BDB93B5-05DC-461F-800D-B0424F2B48CB}" type="pres">
      <dgm:prSet presAssocID="{8F128E22-31D8-4B65-868A-BEAA8EFFCDF0}" presName="parentTextArrow" presStyleLbl="node1" presStyleIdx="2" presStyleCnt="3"/>
      <dgm:spPr/>
    </dgm:pt>
  </dgm:ptLst>
  <dgm:cxnLst>
    <dgm:cxn modelId="{91A9360E-F703-439F-BE96-E59253A8C189}" type="presOf" srcId="{CA8994EA-B827-4128-9DFD-01123CBD462E}" destId="{EF2A200D-50E5-44E7-A6E5-B8EEAA577BDA}" srcOrd="0" destOrd="0" presId="urn:microsoft.com/office/officeart/2005/8/layout/process4"/>
    <dgm:cxn modelId="{2304E917-C740-4553-A838-1309974BAD5E}" srcId="{55095CAC-9A44-42F9-BE8D-5CEDFB474D86}" destId="{CA8994EA-B827-4128-9DFD-01123CBD462E}" srcOrd="2" destOrd="0" parTransId="{ECEE385A-CDFE-4D4C-8728-E7239D4D91AA}" sibTransId="{581FD60E-6981-4CFC-9D52-27A620402A7B}"/>
    <dgm:cxn modelId="{1DBBB11E-070F-411D-8022-18C4C78FD967}" srcId="{55095CAC-9A44-42F9-BE8D-5CEDFB474D86}" destId="{7DA45614-6F8B-4213-98CE-DFD4953E9BCE}" srcOrd="1" destOrd="0" parTransId="{8D57DFB1-B297-4B50-97D3-DF3DB4796EE4}" sibTransId="{6C2856B2-BDEE-4282-AD02-96132DC7A183}"/>
    <dgm:cxn modelId="{A580D63D-2BC7-406C-A71E-C5476C609410}" type="presOf" srcId="{7DA45614-6F8B-4213-98CE-DFD4953E9BCE}" destId="{D406F614-9754-4C8F-855F-A5620FA7CDC1}" srcOrd="0" destOrd="0" presId="urn:microsoft.com/office/officeart/2005/8/layout/process4"/>
    <dgm:cxn modelId="{0D30344A-292F-4C75-9D3D-9C65F5BAB725}" type="presOf" srcId="{55095CAC-9A44-42F9-BE8D-5CEDFB474D86}" destId="{82A5696C-825C-4A07-B293-33FF9FF5C514}" srcOrd="0" destOrd="0" presId="urn:microsoft.com/office/officeart/2005/8/layout/process4"/>
    <dgm:cxn modelId="{D1F3BE8C-BAFD-420A-905C-5D914A0EF474}" type="presOf" srcId="{8F128E22-31D8-4B65-868A-BEAA8EFFCDF0}" destId="{7BDB93B5-05DC-461F-800D-B0424F2B48CB}" srcOrd="0" destOrd="0" presId="urn:microsoft.com/office/officeart/2005/8/layout/process4"/>
    <dgm:cxn modelId="{691D27D1-ACB6-4DB9-901D-D2CCD8D891FE}" srcId="{55095CAC-9A44-42F9-BE8D-5CEDFB474D86}" destId="{8F128E22-31D8-4B65-868A-BEAA8EFFCDF0}" srcOrd="0" destOrd="0" parTransId="{92AC1866-23B3-41A0-98A2-9C30310104D8}" sibTransId="{746A123A-318D-430B-8F3F-5D1B256846B0}"/>
    <dgm:cxn modelId="{6F52A1ED-490D-4AD5-94B1-2C347561CACB}" type="presParOf" srcId="{82A5696C-825C-4A07-B293-33FF9FF5C514}" destId="{25B6B99A-9CB7-4AF9-B84C-26367E6FBAB1}" srcOrd="0" destOrd="0" presId="urn:microsoft.com/office/officeart/2005/8/layout/process4"/>
    <dgm:cxn modelId="{89AC00FB-7253-4259-828E-E3150248776D}" type="presParOf" srcId="{25B6B99A-9CB7-4AF9-B84C-26367E6FBAB1}" destId="{EF2A200D-50E5-44E7-A6E5-B8EEAA577BDA}" srcOrd="0" destOrd="0" presId="urn:microsoft.com/office/officeart/2005/8/layout/process4"/>
    <dgm:cxn modelId="{0D03DD4C-5050-46F0-B7F9-F5033CEEE02A}" type="presParOf" srcId="{82A5696C-825C-4A07-B293-33FF9FF5C514}" destId="{F828A81A-FDD2-4020-AB4E-6F860198431E}" srcOrd="1" destOrd="0" presId="urn:microsoft.com/office/officeart/2005/8/layout/process4"/>
    <dgm:cxn modelId="{862D3BDA-E633-4AD7-B1CA-5103F71BA085}" type="presParOf" srcId="{82A5696C-825C-4A07-B293-33FF9FF5C514}" destId="{58AB876D-6D48-4534-A81C-4ED0A8DB142C}" srcOrd="2" destOrd="0" presId="urn:microsoft.com/office/officeart/2005/8/layout/process4"/>
    <dgm:cxn modelId="{AFFCDC72-A77C-4C92-9269-5666A59EA180}" type="presParOf" srcId="{58AB876D-6D48-4534-A81C-4ED0A8DB142C}" destId="{D406F614-9754-4C8F-855F-A5620FA7CDC1}" srcOrd="0" destOrd="0" presId="urn:microsoft.com/office/officeart/2005/8/layout/process4"/>
    <dgm:cxn modelId="{8AEF1770-F9CE-4DF2-A486-940EFB17C88E}" type="presParOf" srcId="{82A5696C-825C-4A07-B293-33FF9FF5C514}" destId="{F0A35931-DF8D-463C-A064-3C3B0FE71A4E}" srcOrd="3" destOrd="0" presId="urn:microsoft.com/office/officeart/2005/8/layout/process4"/>
    <dgm:cxn modelId="{67B26D1E-FBB6-4E26-B1D3-E4D504AD4F7A}" type="presParOf" srcId="{82A5696C-825C-4A07-B293-33FF9FF5C514}" destId="{6F88C1F1-631C-4B28-8899-F2070A30245D}" srcOrd="4" destOrd="0" presId="urn:microsoft.com/office/officeart/2005/8/layout/process4"/>
    <dgm:cxn modelId="{A0108EEF-392A-4B04-A4EB-E3D90F24DF59}" type="presParOf" srcId="{6F88C1F1-631C-4B28-8899-F2070A30245D}" destId="{7BDB93B5-05DC-461F-800D-B0424F2B48C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6CA6F4-DEDA-4490-B27C-F0F84E7F94DD}" type="doc">
      <dgm:prSet loTypeId="urn:microsoft.com/office/officeart/2008/layout/PictureStrips" loCatId="list" qsTypeId="urn:microsoft.com/office/officeart/2005/8/quickstyle/simple3" qsCatId="simple" csTypeId="urn:microsoft.com/office/officeart/2005/8/colors/accent1_4" csCatId="accent1" phldr="1"/>
      <dgm:spPr/>
      <dgm:t>
        <a:bodyPr/>
        <a:lstStyle/>
        <a:p>
          <a:endParaRPr lang="pl-PL"/>
        </a:p>
      </dgm:t>
    </dgm:pt>
    <dgm:pt modelId="{6E604065-DAE4-43AB-8668-A9BE189AF088}">
      <dgm:prSet phldrT="[Tekst]"/>
      <dgm:spPr/>
      <dgm:t>
        <a:bodyPr/>
        <a:lstStyle/>
        <a:p>
          <a:pPr>
            <a:buNone/>
          </a:pPr>
          <a:r>
            <a:rPr lang="pl-PL" b="1" dirty="0" err="1"/>
            <a:t>Support</a:t>
          </a:r>
          <a:r>
            <a:rPr lang="pl-PL" b="1" dirty="0"/>
            <a:t> </a:t>
          </a:r>
          <a:r>
            <a:rPr lang="pl-PL" b="1" dirty="0" err="1"/>
            <a:t>ticket</a:t>
          </a:r>
          <a:r>
            <a:rPr lang="pl-PL" b="1" dirty="0"/>
            <a:t> </a:t>
          </a:r>
          <a:r>
            <a:rPr lang="pl-PL" b="1" dirty="0" err="1"/>
            <a:t>history</a:t>
          </a:r>
          <a:endParaRPr lang="pl-PL" dirty="0"/>
        </a:p>
      </dgm:t>
    </dgm:pt>
    <dgm:pt modelId="{02E43484-B7DA-47BE-8ECE-F1970AC30CF1}" type="parTrans" cxnId="{26277F47-51A0-496B-A405-859013414041}">
      <dgm:prSet/>
      <dgm:spPr/>
      <dgm:t>
        <a:bodyPr/>
        <a:lstStyle/>
        <a:p>
          <a:endParaRPr lang="pl-PL"/>
        </a:p>
      </dgm:t>
    </dgm:pt>
    <dgm:pt modelId="{0729B32E-BEB6-4D71-B69E-248C2D7D755A}" type="sibTrans" cxnId="{26277F47-51A0-496B-A405-859013414041}">
      <dgm:prSet/>
      <dgm:spPr/>
      <dgm:t>
        <a:bodyPr/>
        <a:lstStyle/>
        <a:p>
          <a:endParaRPr lang="pl-PL"/>
        </a:p>
      </dgm:t>
    </dgm:pt>
    <dgm:pt modelId="{0CFE1CFB-7052-45D8-A1CD-D9C12B8ED243}">
      <dgm:prSet phldrT="[Tekst]" phldr="0"/>
      <dgm:spPr/>
      <dgm:t>
        <a:bodyPr/>
        <a:lstStyle/>
        <a:p>
          <a:r>
            <a:rPr lang="pl-PL" dirty="0" err="1"/>
            <a:t>Having</a:t>
          </a:r>
          <a:r>
            <a:rPr lang="pl-PL" dirty="0"/>
            <a:t> a </a:t>
          </a:r>
          <a:r>
            <a:rPr lang="pl-PL" dirty="0" err="1"/>
            <a:t>ticket</a:t>
          </a:r>
          <a:r>
            <a:rPr lang="pl-PL" dirty="0"/>
            <a:t> </a:t>
          </a:r>
          <a:r>
            <a:rPr lang="pl-PL" dirty="0" err="1"/>
            <a:t>alone</a:t>
          </a:r>
          <a:r>
            <a:rPr lang="pl-PL" dirty="0"/>
            <a:t> was not a </a:t>
          </a:r>
          <a:r>
            <a:rPr lang="pl-PL" dirty="0" err="1"/>
            <a:t>clear</a:t>
          </a:r>
          <a:r>
            <a:rPr lang="pl-PL" dirty="0"/>
            <a:t> </a:t>
          </a:r>
          <a:r>
            <a:rPr lang="pl-PL" dirty="0" err="1"/>
            <a:t>signal</a:t>
          </a:r>
          <a:endParaRPr lang="pl-PL" dirty="0"/>
        </a:p>
      </dgm:t>
    </dgm:pt>
    <dgm:pt modelId="{DB851170-2D99-40D5-B140-578A5B1A2ABD}" type="parTrans" cxnId="{2BF7B563-63A2-4721-B7D5-75E0360FEE46}">
      <dgm:prSet/>
      <dgm:spPr/>
      <dgm:t>
        <a:bodyPr/>
        <a:lstStyle/>
        <a:p>
          <a:endParaRPr lang="pl-PL"/>
        </a:p>
      </dgm:t>
    </dgm:pt>
    <dgm:pt modelId="{6CDA296F-4446-4169-A43A-F0B8775033CA}" type="sibTrans" cxnId="{2BF7B563-63A2-4721-B7D5-75E0360FEE46}">
      <dgm:prSet/>
      <dgm:spPr/>
      <dgm:t>
        <a:bodyPr/>
        <a:lstStyle/>
        <a:p>
          <a:endParaRPr lang="pl-PL"/>
        </a:p>
      </dgm:t>
    </dgm:pt>
    <dgm:pt modelId="{9D341F99-233B-48B9-AFF0-B187083F3145}">
      <dgm:prSet phldrT="[Tekst]"/>
      <dgm:spPr/>
      <dgm:t>
        <a:bodyPr/>
        <a:lstStyle/>
        <a:p>
          <a:pPr>
            <a:buNone/>
          </a:pPr>
          <a:r>
            <a:rPr lang="pl-PL" b="1" dirty="0"/>
            <a:t>Resolution </a:t>
          </a:r>
          <a:r>
            <a:rPr lang="pl-PL" b="1" dirty="0" err="1"/>
            <a:t>time</a:t>
          </a:r>
          <a:endParaRPr lang="pl-PL" dirty="0"/>
        </a:p>
      </dgm:t>
    </dgm:pt>
    <dgm:pt modelId="{1A2AA724-7DF4-4976-8188-278B86B41FC6}" type="parTrans" cxnId="{E69D8B66-EFFE-4306-99F9-DD70B0C9D520}">
      <dgm:prSet/>
      <dgm:spPr/>
      <dgm:t>
        <a:bodyPr/>
        <a:lstStyle/>
        <a:p>
          <a:endParaRPr lang="pl-PL"/>
        </a:p>
      </dgm:t>
    </dgm:pt>
    <dgm:pt modelId="{33DFF822-75B4-4B1A-8814-228697568371}" type="sibTrans" cxnId="{E69D8B66-EFFE-4306-99F9-DD70B0C9D520}">
      <dgm:prSet/>
      <dgm:spPr/>
      <dgm:t>
        <a:bodyPr/>
        <a:lstStyle/>
        <a:p>
          <a:endParaRPr lang="pl-PL"/>
        </a:p>
      </dgm:t>
    </dgm:pt>
    <dgm:pt modelId="{405BC031-0541-4C0C-83E8-AA3D299BB75A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dirty="0" err="1"/>
            <a:t>Churn</a:t>
          </a:r>
          <a:r>
            <a:rPr lang="pl-PL" dirty="0"/>
            <a:t>: </a:t>
          </a:r>
          <a:r>
            <a:rPr lang="pl-PL" b="1" dirty="0"/>
            <a:t>18.69 h</a:t>
          </a:r>
          <a:endParaRPr lang="pl-PL" dirty="0"/>
        </a:p>
      </dgm:t>
    </dgm:pt>
    <dgm:pt modelId="{D31AE8D5-FB31-4974-84B2-2EF63661828D}" type="parTrans" cxnId="{45EDF7CD-7A47-4B84-9121-DDA456B8F363}">
      <dgm:prSet/>
      <dgm:spPr/>
      <dgm:t>
        <a:bodyPr/>
        <a:lstStyle/>
        <a:p>
          <a:endParaRPr lang="pl-PL"/>
        </a:p>
      </dgm:t>
    </dgm:pt>
    <dgm:pt modelId="{BCFA1E4E-6034-426E-95E3-1C3F26E33D68}" type="sibTrans" cxnId="{45EDF7CD-7A47-4B84-9121-DDA456B8F363}">
      <dgm:prSet/>
      <dgm:spPr/>
      <dgm:t>
        <a:bodyPr/>
        <a:lstStyle/>
        <a:p>
          <a:endParaRPr lang="pl-PL"/>
        </a:p>
      </dgm:t>
    </dgm:pt>
    <dgm:pt modelId="{6655CFF5-6021-4517-A21C-1221197CF92D}">
      <dgm:prSet phldrT="[Teks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dirty="0"/>
            <a:t>No </a:t>
          </a:r>
          <a:r>
            <a:rPr lang="pl-PL" dirty="0" err="1"/>
            <a:t>Churn</a:t>
          </a:r>
          <a:r>
            <a:rPr lang="pl-PL" dirty="0"/>
            <a:t>: </a:t>
          </a:r>
          <a:r>
            <a:rPr lang="pl-PL" b="1" dirty="0"/>
            <a:t>6.66 h</a:t>
          </a:r>
          <a:endParaRPr lang="pl-PL" dirty="0"/>
        </a:p>
      </dgm:t>
    </dgm:pt>
    <dgm:pt modelId="{262C9374-2FCC-48E0-A1B7-B0A3FAB8F759}" type="parTrans" cxnId="{0AF602AD-B98A-4E3F-959F-4DE09E90669A}">
      <dgm:prSet/>
      <dgm:spPr/>
      <dgm:t>
        <a:bodyPr/>
        <a:lstStyle/>
        <a:p>
          <a:endParaRPr lang="pl-PL"/>
        </a:p>
      </dgm:t>
    </dgm:pt>
    <dgm:pt modelId="{483E51DB-BF20-405D-B34A-396DFE52E091}" type="sibTrans" cxnId="{0AF602AD-B98A-4E3F-959F-4DE09E90669A}">
      <dgm:prSet/>
      <dgm:spPr/>
      <dgm:t>
        <a:bodyPr/>
        <a:lstStyle/>
        <a:p>
          <a:endParaRPr lang="pl-PL"/>
        </a:p>
      </dgm:t>
    </dgm:pt>
    <dgm:pt modelId="{65E0F52B-B798-4ECE-BB41-64910840D61D}" type="pres">
      <dgm:prSet presAssocID="{526CA6F4-DEDA-4490-B27C-F0F84E7F94DD}" presName="Name0" presStyleCnt="0">
        <dgm:presLayoutVars>
          <dgm:dir/>
          <dgm:resizeHandles val="exact"/>
        </dgm:presLayoutVars>
      </dgm:prSet>
      <dgm:spPr/>
    </dgm:pt>
    <dgm:pt modelId="{A8F711C4-DBC2-445C-A5BA-F10D4C80D211}" type="pres">
      <dgm:prSet presAssocID="{6E604065-DAE4-43AB-8668-A9BE189AF088}" presName="composite" presStyleCnt="0"/>
      <dgm:spPr/>
    </dgm:pt>
    <dgm:pt modelId="{274ED719-5FBF-4E4C-BE10-C25FCC721E9D}" type="pres">
      <dgm:prSet presAssocID="{6E604065-DAE4-43AB-8668-A9BE189AF088}" presName="rect1" presStyleLbl="trAlignAcc1" presStyleIdx="0" presStyleCnt="2">
        <dgm:presLayoutVars>
          <dgm:bulletEnabled val="1"/>
        </dgm:presLayoutVars>
      </dgm:prSet>
      <dgm:spPr/>
    </dgm:pt>
    <dgm:pt modelId="{99C6A6B5-65F9-4D71-B9E6-F71B391EE656}" type="pres">
      <dgm:prSet presAssocID="{6E604065-DAE4-43AB-8668-A9BE189AF088}" presName="rect2" presStyleLbl="fgImgPlace1" presStyleIdx="0" presStyleCnt="2" custLinFactNeighborX="1" custLinFactNeighborY="589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Zaznaczone pole wyboru z wypełnieniem pełnym"/>
        </a:ext>
      </dgm:extLst>
    </dgm:pt>
    <dgm:pt modelId="{8CC80B58-72BD-4B75-8702-9CC357A02748}" type="pres">
      <dgm:prSet presAssocID="{0729B32E-BEB6-4D71-B69E-248C2D7D755A}" presName="sibTrans" presStyleCnt="0"/>
      <dgm:spPr/>
    </dgm:pt>
    <dgm:pt modelId="{93CA4DD3-B383-4C83-8696-840116C83F82}" type="pres">
      <dgm:prSet presAssocID="{9D341F99-233B-48B9-AFF0-B187083F3145}" presName="composite" presStyleCnt="0"/>
      <dgm:spPr/>
    </dgm:pt>
    <dgm:pt modelId="{2698C3B5-A1FE-4322-A5BE-68618DE3AC21}" type="pres">
      <dgm:prSet presAssocID="{9D341F99-233B-48B9-AFF0-B187083F3145}" presName="rect1" presStyleLbl="trAlignAcc1" presStyleIdx="1" presStyleCnt="2">
        <dgm:presLayoutVars>
          <dgm:bulletEnabled val="1"/>
        </dgm:presLayoutVars>
      </dgm:prSet>
      <dgm:spPr/>
    </dgm:pt>
    <dgm:pt modelId="{58A05C14-D9D1-4AA7-8EBA-040E4CDEEFED}" type="pres">
      <dgm:prSet presAssocID="{9D341F99-233B-48B9-AFF0-B187083F3145}" presName="rect2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Pole wyboru z krzyżykiem z wypełnieniem pełnym"/>
        </a:ext>
      </dgm:extLst>
    </dgm:pt>
  </dgm:ptLst>
  <dgm:cxnLst>
    <dgm:cxn modelId="{FFA03520-A149-4548-8109-29582217091A}" type="presOf" srcId="{6655CFF5-6021-4517-A21C-1221197CF92D}" destId="{2698C3B5-A1FE-4322-A5BE-68618DE3AC21}" srcOrd="0" destOrd="2" presId="urn:microsoft.com/office/officeart/2008/layout/PictureStrips"/>
    <dgm:cxn modelId="{3C54B536-1E77-4467-9EC8-C6A0F9A6A3E4}" type="presOf" srcId="{405BC031-0541-4C0C-83E8-AA3D299BB75A}" destId="{2698C3B5-A1FE-4322-A5BE-68618DE3AC21}" srcOrd="0" destOrd="1" presId="urn:microsoft.com/office/officeart/2008/layout/PictureStrips"/>
    <dgm:cxn modelId="{2BF7B563-63A2-4721-B7D5-75E0360FEE46}" srcId="{6E604065-DAE4-43AB-8668-A9BE189AF088}" destId="{0CFE1CFB-7052-45D8-A1CD-D9C12B8ED243}" srcOrd="0" destOrd="0" parTransId="{DB851170-2D99-40D5-B140-578A5B1A2ABD}" sibTransId="{6CDA296F-4446-4169-A43A-F0B8775033CA}"/>
    <dgm:cxn modelId="{E69D8B66-EFFE-4306-99F9-DD70B0C9D520}" srcId="{526CA6F4-DEDA-4490-B27C-F0F84E7F94DD}" destId="{9D341F99-233B-48B9-AFF0-B187083F3145}" srcOrd="1" destOrd="0" parTransId="{1A2AA724-7DF4-4976-8188-278B86B41FC6}" sibTransId="{33DFF822-75B4-4B1A-8814-228697568371}"/>
    <dgm:cxn modelId="{26277F47-51A0-496B-A405-859013414041}" srcId="{526CA6F4-DEDA-4490-B27C-F0F84E7F94DD}" destId="{6E604065-DAE4-43AB-8668-A9BE189AF088}" srcOrd="0" destOrd="0" parTransId="{02E43484-B7DA-47BE-8ECE-F1970AC30CF1}" sibTransId="{0729B32E-BEB6-4D71-B69E-248C2D7D755A}"/>
    <dgm:cxn modelId="{9036C78E-A86F-409F-92E9-06BFDE0534F8}" type="presOf" srcId="{6E604065-DAE4-43AB-8668-A9BE189AF088}" destId="{274ED719-5FBF-4E4C-BE10-C25FCC721E9D}" srcOrd="0" destOrd="0" presId="urn:microsoft.com/office/officeart/2008/layout/PictureStrips"/>
    <dgm:cxn modelId="{0AF602AD-B98A-4E3F-959F-4DE09E90669A}" srcId="{9D341F99-233B-48B9-AFF0-B187083F3145}" destId="{6655CFF5-6021-4517-A21C-1221197CF92D}" srcOrd="1" destOrd="0" parTransId="{262C9374-2FCC-48E0-A1B7-B0A3FAB8F759}" sibTransId="{483E51DB-BF20-405D-B34A-396DFE52E091}"/>
    <dgm:cxn modelId="{034D86C0-B824-4864-8281-217386A58ABA}" type="presOf" srcId="{526CA6F4-DEDA-4490-B27C-F0F84E7F94DD}" destId="{65E0F52B-B798-4ECE-BB41-64910840D61D}" srcOrd="0" destOrd="0" presId="urn:microsoft.com/office/officeart/2008/layout/PictureStrips"/>
    <dgm:cxn modelId="{45EDF7CD-7A47-4B84-9121-DDA456B8F363}" srcId="{9D341F99-233B-48B9-AFF0-B187083F3145}" destId="{405BC031-0541-4C0C-83E8-AA3D299BB75A}" srcOrd="0" destOrd="0" parTransId="{D31AE8D5-FB31-4974-84B2-2EF63661828D}" sibTransId="{BCFA1E4E-6034-426E-95E3-1C3F26E33D68}"/>
    <dgm:cxn modelId="{28E385E3-DF6F-4F84-8E6D-319B6C18F80F}" type="presOf" srcId="{0CFE1CFB-7052-45D8-A1CD-D9C12B8ED243}" destId="{274ED719-5FBF-4E4C-BE10-C25FCC721E9D}" srcOrd="0" destOrd="1" presId="urn:microsoft.com/office/officeart/2008/layout/PictureStrips"/>
    <dgm:cxn modelId="{AC05ABF6-EA5F-41E3-85DE-9A057B9363DE}" type="presOf" srcId="{9D341F99-233B-48B9-AFF0-B187083F3145}" destId="{2698C3B5-A1FE-4322-A5BE-68618DE3AC21}" srcOrd="0" destOrd="0" presId="urn:microsoft.com/office/officeart/2008/layout/PictureStrips"/>
    <dgm:cxn modelId="{06C0E59B-0650-4E47-B4F2-B5C38D8F4BE9}" type="presParOf" srcId="{65E0F52B-B798-4ECE-BB41-64910840D61D}" destId="{A8F711C4-DBC2-445C-A5BA-F10D4C80D211}" srcOrd="0" destOrd="0" presId="urn:microsoft.com/office/officeart/2008/layout/PictureStrips"/>
    <dgm:cxn modelId="{B88EAC19-9531-4CD1-A0AC-DA0B8A538421}" type="presParOf" srcId="{A8F711C4-DBC2-445C-A5BA-F10D4C80D211}" destId="{274ED719-5FBF-4E4C-BE10-C25FCC721E9D}" srcOrd="0" destOrd="0" presId="urn:microsoft.com/office/officeart/2008/layout/PictureStrips"/>
    <dgm:cxn modelId="{0464FB7F-7F4B-4514-ADC9-861C55B3526A}" type="presParOf" srcId="{A8F711C4-DBC2-445C-A5BA-F10D4C80D211}" destId="{99C6A6B5-65F9-4D71-B9E6-F71B391EE656}" srcOrd="1" destOrd="0" presId="urn:microsoft.com/office/officeart/2008/layout/PictureStrips"/>
    <dgm:cxn modelId="{6F934F7D-3901-4409-8219-813893BBACF5}" type="presParOf" srcId="{65E0F52B-B798-4ECE-BB41-64910840D61D}" destId="{8CC80B58-72BD-4B75-8702-9CC357A02748}" srcOrd="1" destOrd="0" presId="urn:microsoft.com/office/officeart/2008/layout/PictureStrips"/>
    <dgm:cxn modelId="{0B6C918F-C475-47FE-A5BE-D454BEC73FB3}" type="presParOf" srcId="{65E0F52B-B798-4ECE-BB41-64910840D61D}" destId="{93CA4DD3-B383-4C83-8696-840116C83F82}" srcOrd="2" destOrd="0" presId="urn:microsoft.com/office/officeart/2008/layout/PictureStrips"/>
    <dgm:cxn modelId="{9A7B17C6-D8DF-4B6A-A672-6E2C4CA170EA}" type="presParOf" srcId="{93CA4DD3-B383-4C83-8696-840116C83F82}" destId="{2698C3B5-A1FE-4322-A5BE-68618DE3AC21}" srcOrd="0" destOrd="0" presId="urn:microsoft.com/office/officeart/2008/layout/PictureStrips"/>
    <dgm:cxn modelId="{BD2941DC-9981-4DA3-A393-E29D76A7076D}" type="presParOf" srcId="{93CA4DD3-B383-4C83-8696-840116C83F82}" destId="{58A05C14-D9D1-4AA7-8EBA-040E4CDEEFED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4B040D-2EC8-4F5E-8464-83BB707578A0}" type="doc">
      <dgm:prSet loTypeId="urn:microsoft.com/office/officeart/2005/8/layout/vList5" loCatId="list" qsTypeId="urn:microsoft.com/office/officeart/2005/8/quickstyle/simple3" qsCatId="simple" csTypeId="urn:microsoft.com/office/officeart/2005/8/colors/accent1_3" csCatId="accent1" phldr="1"/>
      <dgm:spPr/>
      <dgm:t>
        <a:bodyPr/>
        <a:lstStyle/>
        <a:p>
          <a:endParaRPr lang="pl-PL"/>
        </a:p>
      </dgm:t>
    </dgm:pt>
    <dgm:pt modelId="{31CD60F7-1D1F-411D-AC1B-A5E0C9874466}">
      <dgm:prSet phldrT="[Tekst]" phldr="0"/>
      <dgm:spPr/>
      <dgm:t>
        <a:bodyPr/>
        <a:lstStyle/>
        <a:p>
          <a:r>
            <a:rPr lang="pl-PL" dirty="0"/>
            <a:t>1</a:t>
          </a:r>
        </a:p>
      </dgm:t>
    </dgm:pt>
    <dgm:pt modelId="{77D21360-978B-4A2E-B395-CD09F7FACE20}" type="parTrans" cxnId="{43D9C19D-5556-48CB-9BE3-8122380B2BDD}">
      <dgm:prSet/>
      <dgm:spPr/>
      <dgm:t>
        <a:bodyPr/>
        <a:lstStyle/>
        <a:p>
          <a:endParaRPr lang="pl-PL"/>
        </a:p>
      </dgm:t>
    </dgm:pt>
    <dgm:pt modelId="{7DE99865-99CA-43B6-93D7-6BE011528E14}" type="sibTrans" cxnId="{43D9C19D-5556-48CB-9BE3-8122380B2BDD}">
      <dgm:prSet/>
      <dgm:spPr/>
      <dgm:t>
        <a:bodyPr/>
        <a:lstStyle/>
        <a:p>
          <a:endParaRPr lang="pl-PL"/>
        </a:p>
      </dgm:t>
    </dgm:pt>
    <dgm:pt modelId="{73D6C3B6-699C-4604-AB7B-B57A33422166}">
      <dgm:prSet phldrT="[Tekst]"/>
      <dgm:spPr/>
      <dgm:t>
        <a:bodyPr/>
        <a:lstStyle/>
        <a:p>
          <a:pPr>
            <a:buNone/>
          </a:pPr>
          <a:r>
            <a:rPr lang="pl-PL" b="1" dirty="0" err="1"/>
            <a:t>Improve</a:t>
          </a:r>
          <a:r>
            <a:rPr lang="pl-PL" b="1" dirty="0"/>
            <a:t> </a:t>
          </a:r>
          <a:r>
            <a:rPr lang="pl-PL" b="1" dirty="0" err="1"/>
            <a:t>support</a:t>
          </a:r>
          <a:r>
            <a:rPr lang="pl-PL" b="1" dirty="0"/>
            <a:t> </a:t>
          </a:r>
          <a:r>
            <a:rPr lang="pl-PL" b="1" dirty="0" err="1"/>
            <a:t>efficiency</a:t>
          </a:r>
          <a:endParaRPr lang="pl-PL" b="1" dirty="0"/>
        </a:p>
      </dgm:t>
    </dgm:pt>
    <dgm:pt modelId="{4CA0BFE4-7FD0-486C-8510-B2FCA383713E}" type="parTrans" cxnId="{C65111F0-384C-4DEB-96D1-34E72B92B758}">
      <dgm:prSet/>
      <dgm:spPr/>
      <dgm:t>
        <a:bodyPr/>
        <a:lstStyle/>
        <a:p>
          <a:endParaRPr lang="pl-PL"/>
        </a:p>
      </dgm:t>
    </dgm:pt>
    <dgm:pt modelId="{3C658BB9-6599-4AAD-AB1D-8DA7430E079F}" type="sibTrans" cxnId="{C65111F0-384C-4DEB-96D1-34E72B92B758}">
      <dgm:prSet/>
      <dgm:spPr/>
      <dgm:t>
        <a:bodyPr/>
        <a:lstStyle/>
        <a:p>
          <a:endParaRPr lang="pl-PL"/>
        </a:p>
      </dgm:t>
    </dgm:pt>
    <dgm:pt modelId="{CE86BB7E-7FC1-4086-9C72-63B9B25454A4}">
      <dgm:prSet phldrT="[Tekst]"/>
      <dgm:spPr/>
      <dgm:t>
        <a:bodyPr/>
        <a:lstStyle/>
        <a:p>
          <a:pPr>
            <a:buNone/>
          </a:pPr>
          <a:r>
            <a:rPr lang="pl-PL" dirty="0" err="1"/>
            <a:t>Reduce</a:t>
          </a:r>
          <a:r>
            <a:rPr lang="pl-PL" dirty="0"/>
            <a:t> resolution </a:t>
          </a:r>
          <a:r>
            <a:rPr lang="pl-PL" dirty="0" err="1"/>
            <a:t>times</a:t>
          </a:r>
          <a:r>
            <a:rPr lang="pl-PL" dirty="0"/>
            <a:t>.</a:t>
          </a:r>
        </a:p>
      </dgm:t>
    </dgm:pt>
    <dgm:pt modelId="{6D91991C-04E5-4B07-883E-A8B9F4B36B92}" type="parTrans" cxnId="{E9BCD0BB-9429-4D2F-B8CB-729583E683A7}">
      <dgm:prSet/>
      <dgm:spPr/>
      <dgm:t>
        <a:bodyPr/>
        <a:lstStyle/>
        <a:p>
          <a:endParaRPr lang="pl-PL"/>
        </a:p>
      </dgm:t>
    </dgm:pt>
    <dgm:pt modelId="{96377505-79C9-43E1-B471-3AB51EB40190}" type="sibTrans" cxnId="{E9BCD0BB-9429-4D2F-B8CB-729583E683A7}">
      <dgm:prSet/>
      <dgm:spPr/>
      <dgm:t>
        <a:bodyPr/>
        <a:lstStyle/>
        <a:p>
          <a:endParaRPr lang="pl-PL"/>
        </a:p>
      </dgm:t>
    </dgm:pt>
    <dgm:pt modelId="{FB2D43F1-F145-4AA1-8406-6A7B52E84611}">
      <dgm:prSet phldrT="[Tekst]" phldr="0"/>
      <dgm:spPr/>
      <dgm:t>
        <a:bodyPr/>
        <a:lstStyle/>
        <a:p>
          <a:r>
            <a:rPr lang="pl-PL" dirty="0"/>
            <a:t>2</a:t>
          </a:r>
        </a:p>
      </dgm:t>
    </dgm:pt>
    <dgm:pt modelId="{E4552FC8-5D3C-42FC-8407-1C57D64ACD7D}" type="parTrans" cxnId="{A4D8709C-EC24-4590-9D8E-EE84E1C1D9B5}">
      <dgm:prSet/>
      <dgm:spPr/>
      <dgm:t>
        <a:bodyPr/>
        <a:lstStyle/>
        <a:p>
          <a:endParaRPr lang="pl-PL"/>
        </a:p>
      </dgm:t>
    </dgm:pt>
    <dgm:pt modelId="{1863275D-0AE2-4243-A94C-7A3EF5A66EA5}" type="sibTrans" cxnId="{A4D8709C-EC24-4590-9D8E-EE84E1C1D9B5}">
      <dgm:prSet/>
      <dgm:spPr/>
      <dgm:t>
        <a:bodyPr/>
        <a:lstStyle/>
        <a:p>
          <a:endParaRPr lang="pl-PL"/>
        </a:p>
      </dgm:t>
    </dgm:pt>
    <dgm:pt modelId="{5AA35A52-81D8-4F84-8F83-4F2FBF3B113D}">
      <dgm:prSet phldrT="[Tekst]"/>
      <dgm:spPr/>
      <dgm:t>
        <a:bodyPr/>
        <a:lstStyle/>
        <a:p>
          <a:pPr>
            <a:buNone/>
          </a:pPr>
          <a:r>
            <a:rPr lang="pl-PL" b="1" dirty="0" err="1"/>
            <a:t>Increase</a:t>
          </a:r>
          <a:r>
            <a:rPr lang="pl-PL" b="1" dirty="0"/>
            <a:t> </a:t>
          </a:r>
          <a:r>
            <a:rPr lang="pl-PL" b="1" dirty="0" err="1"/>
            <a:t>workout-related</a:t>
          </a:r>
          <a:r>
            <a:rPr lang="pl-PL" b="1" dirty="0"/>
            <a:t> engagement</a:t>
          </a:r>
        </a:p>
      </dgm:t>
    </dgm:pt>
    <dgm:pt modelId="{D8A739A4-31BB-40A6-AD01-B516E84309EF}" type="parTrans" cxnId="{745E0BEE-60AD-43BA-86B9-B13FB36A9E40}">
      <dgm:prSet/>
      <dgm:spPr/>
      <dgm:t>
        <a:bodyPr/>
        <a:lstStyle/>
        <a:p>
          <a:endParaRPr lang="pl-PL"/>
        </a:p>
      </dgm:t>
    </dgm:pt>
    <dgm:pt modelId="{1133390A-4C14-441D-ADDD-539941067F2B}" type="sibTrans" cxnId="{745E0BEE-60AD-43BA-86B9-B13FB36A9E40}">
      <dgm:prSet/>
      <dgm:spPr/>
      <dgm:t>
        <a:bodyPr/>
        <a:lstStyle/>
        <a:p>
          <a:endParaRPr lang="pl-PL"/>
        </a:p>
      </dgm:t>
    </dgm:pt>
    <dgm:pt modelId="{CC370D9C-4491-486B-B530-E83CF8124241}">
      <dgm:prSet phldrT="[Tekst]"/>
      <dgm:spPr/>
      <dgm:t>
        <a:bodyPr/>
        <a:lstStyle/>
        <a:p>
          <a:pPr>
            <a:buNone/>
          </a:pPr>
          <a:r>
            <a:rPr lang="pl-PL" dirty="0" err="1"/>
            <a:t>Promote</a:t>
          </a:r>
          <a:r>
            <a:rPr lang="pl-PL" dirty="0"/>
            <a:t> </a:t>
          </a:r>
          <a:r>
            <a:rPr lang="pl-PL" dirty="0" err="1"/>
            <a:t>tracking</a:t>
          </a:r>
          <a:r>
            <a:rPr lang="pl-PL" dirty="0"/>
            <a:t> and </a:t>
          </a:r>
          <a:r>
            <a:rPr lang="pl-PL" dirty="0" err="1"/>
            <a:t>sharing</a:t>
          </a:r>
          <a:r>
            <a:rPr lang="pl-PL" dirty="0"/>
            <a:t> </a:t>
          </a:r>
          <a:r>
            <a:rPr lang="pl-PL" dirty="0" err="1"/>
            <a:t>workouts</a:t>
          </a:r>
          <a:r>
            <a:rPr lang="pl-PL" dirty="0"/>
            <a:t>.</a:t>
          </a:r>
        </a:p>
      </dgm:t>
    </dgm:pt>
    <dgm:pt modelId="{B9160E3A-2055-4E9E-8102-1EE56CCFA677}" type="parTrans" cxnId="{F3ACFAA8-6047-418A-B0BF-A4F3CDC955BB}">
      <dgm:prSet/>
      <dgm:spPr/>
      <dgm:t>
        <a:bodyPr/>
        <a:lstStyle/>
        <a:p>
          <a:endParaRPr lang="pl-PL"/>
        </a:p>
      </dgm:t>
    </dgm:pt>
    <dgm:pt modelId="{092F5EE2-6DE1-4259-84BC-E35A6C657D89}" type="sibTrans" cxnId="{F3ACFAA8-6047-418A-B0BF-A4F3CDC955BB}">
      <dgm:prSet/>
      <dgm:spPr/>
      <dgm:t>
        <a:bodyPr/>
        <a:lstStyle/>
        <a:p>
          <a:endParaRPr lang="pl-PL"/>
        </a:p>
      </dgm:t>
    </dgm:pt>
    <dgm:pt modelId="{7AB945FB-87F7-4529-84B2-483CF2364A5A}">
      <dgm:prSet phldrT="[Tekst]" phldr="0"/>
      <dgm:spPr/>
      <dgm:t>
        <a:bodyPr/>
        <a:lstStyle/>
        <a:p>
          <a:r>
            <a:rPr lang="pl-PL" dirty="0"/>
            <a:t>3</a:t>
          </a:r>
        </a:p>
      </dgm:t>
    </dgm:pt>
    <dgm:pt modelId="{D4EFBA41-08C1-48AE-81B8-92606E64C161}" type="parTrans" cxnId="{1D502143-55F4-448B-82C0-516D1471555F}">
      <dgm:prSet/>
      <dgm:spPr/>
      <dgm:t>
        <a:bodyPr/>
        <a:lstStyle/>
        <a:p>
          <a:endParaRPr lang="pl-PL"/>
        </a:p>
      </dgm:t>
    </dgm:pt>
    <dgm:pt modelId="{8FA60F7C-5335-480E-B4E8-52681CD390EA}" type="sibTrans" cxnId="{1D502143-55F4-448B-82C0-516D1471555F}">
      <dgm:prSet/>
      <dgm:spPr/>
      <dgm:t>
        <a:bodyPr/>
        <a:lstStyle/>
        <a:p>
          <a:endParaRPr lang="pl-PL"/>
        </a:p>
      </dgm:t>
    </dgm:pt>
    <dgm:pt modelId="{5BE52001-FDE8-4997-BB5F-76E9AD501738}">
      <dgm:prSet phldrT="[Tekst]"/>
      <dgm:spPr/>
      <dgm:t>
        <a:bodyPr/>
        <a:lstStyle/>
        <a:p>
          <a:pPr>
            <a:buNone/>
          </a:pPr>
          <a:r>
            <a:rPr lang="pl-PL" b="1" dirty="0"/>
            <a:t>Monitor </a:t>
          </a:r>
          <a:r>
            <a:rPr lang="pl-PL" b="1" dirty="0" err="1"/>
            <a:t>churn</a:t>
          </a:r>
          <a:r>
            <a:rPr lang="pl-PL" b="1" dirty="0"/>
            <a:t> by plan</a:t>
          </a:r>
        </a:p>
      </dgm:t>
    </dgm:pt>
    <dgm:pt modelId="{11B44971-44C0-476F-BC75-9D252633B24F}" type="parTrans" cxnId="{07C1AF03-45FB-492D-B413-1FA4B820D095}">
      <dgm:prSet/>
      <dgm:spPr/>
      <dgm:t>
        <a:bodyPr/>
        <a:lstStyle/>
        <a:p>
          <a:endParaRPr lang="pl-PL"/>
        </a:p>
      </dgm:t>
    </dgm:pt>
    <dgm:pt modelId="{C680F276-3A5B-48EF-B003-D7AB24A2C22E}" type="sibTrans" cxnId="{07C1AF03-45FB-492D-B413-1FA4B820D095}">
      <dgm:prSet/>
      <dgm:spPr/>
      <dgm:t>
        <a:bodyPr/>
        <a:lstStyle/>
        <a:p>
          <a:endParaRPr lang="pl-PL"/>
        </a:p>
      </dgm:t>
    </dgm:pt>
    <dgm:pt modelId="{522D7EE6-7912-46F1-93AE-319F3CA9A372}">
      <dgm:prSet phldrT="[Tekst]"/>
      <dgm:spPr/>
      <dgm:t>
        <a:bodyPr/>
        <a:lstStyle/>
        <a:p>
          <a:pPr>
            <a:buNone/>
          </a:pPr>
          <a:r>
            <a:rPr lang="pl-PL" dirty="0" err="1"/>
            <a:t>Especially</a:t>
          </a:r>
          <a:r>
            <a:rPr lang="pl-PL" dirty="0"/>
            <a:t> Free </a:t>
          </a:r>
          <a:r>
            <a:rPr lang="pl-PL" dirty="0" err="1"/>
            <a:t>users</a:t>
          </a:r>
          <a:r>
            <a:rPr lang="pl-PL" dirty="0"/>
            <a:t>.</a:t>
          </a:r>
        </a:p>
      </dgm:t>
    </dgm:pt>
    <dgm:pt modelId="{33A328FD-AED1-4C2B-A9E8-AB3BCAA6BAB6}" type="parTrans" cxnId="{D5D74E78-24F3-4E2E-89F8-991DE6BF3502}">
      <dgm:prSet/>
      <dgm:spPr/>
      <dgm:t>
        <a:bodyPr/>
        <a:lstStyle/>
        <a:p>
          <a:endParaRPr lang="pl-PL"/>
        </a:p>
      </dgm:t>
    </dgm:pt>
    <dgm:pt modelId="{B415EF44-9A0E-4431-A7A0-E6B0F2C8B345}" type="sibTrans" cxnId="{D5D74E78-24F3-4E2E-89F8-991DE6BF3502}">
      <dgm:prSet/>
      <dgm:spPr/>
      <dgm:t>
        <a:bodyPr/>
        <a:lstStyle/>
        <a:p>
          <a:endParaRPr lang="pl-PL"/>
        </a:p>
      </dgm:t>
    </dgm:pt>
    <dgm:pt modelId="{48CFA731-75EE-4FE6-91F5-64DD613AD2CB}" type="pres">
      <dgm:prSet presAssocID="{FD4B040D-2EC8-4F5E-8464-83BB707578A0}" presName="Name0" presStyleCnt="0">
        <dgm:presLayoutVars>
          <dgm:dir/>
          <dgm:animLvl val="lvl"/>
          <dgm:resizeHandles val="exact"/>
        </dgm:presLayoutVars>
      </dgm:prSet>
      <dgm:spPr/>
    </dgm:pt>
    <dgm:pt modelId="{B357508E-B25B-43A1-B3A2-1025520090A3}" type="pres">
      <dgm:prSet presAssocID="{31CD60F7-1D1F-411D-AC1B-A5E0C9874466}" presName="linNode" presStyleCnt="0"/>
      <dgm:spPr/>
    </dgm:pt>
    <dgm:pt modelId="{A40A157F-2417-4F61-9742-743C26CCD8FB}" type="pres">
      <dgm:prSet presAssocID="{31CD60F7-1D1F-411D-AC1B-A5E0C987446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E9CBA17-295E-45A3-B715-22207D068E89}" type="pres">
      <dgm:prSet presAssocID="{31CD60F7-1D1F-411D-AC1B-A5E0C9874466}" presName="descendantText" presStyleLbl="alignAccFollowNode1" presStyleIdx="0" presStyleCnt="3">
        <dgm:presLayoutVars>
          <dgm:bulletEnabled val="1"/>
        </dgm:presLayoutVars>
      </dgm:prSet>
      <dgm:spPr/>
    </dgm:pt>
    <dgm:pt modelId="{DE50C162-2EF8-44AA-A95C-4FE3C9126546}" type="pres">
      <dgm:prSet presAssocID="{7DE99865-99CA-43B6-93D7-6BE011528E14}" presName="sp" presStyleCnt="0"/>
      <dgm:spPr/>
    </dgm:pt>
    <dgm:pt modelId="{60DAB677-8684-4E6E-9580-A25B432F5245}" type="pres">
      <dgm:prSet presAssocID="{FB2D43F1-F145-4AA1-8406-6A7B52E84611}" presName="linNode" presStyleCnt="0"/>
      <dgm:spPr/>
    </dgm:pt>
    <dgm:pt modelId="{A29C173C-413C-467C-A8DF-84C2177333F4}" type="pres">
      <dgm:prSet presAssocID="{FB2D43F1-F145-4AA1-8406-6A7B52E8461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2FE4D5D-0595-422E-A060-B46066984AC0}" type="pres">
      <dgm:prSet presAssocID="{FB2D43F1-F145-4AA1-8406-6A7B52E84611}" presName="descendantText" presStyleLbl="alignAccFollowNode1" presStyleIdx="1" presStyleCnt="3">
        <dgm:presLayoutVars>
          <dgm:bulletEnabled val="1"/>
        </dgm:presLayoutVars>
      </dgm:prSet>
      <dgm:spPr/>
    </dgm:pt>
    <dgm:pt modelId="{F57DAFFE-D127-44EC-A503-AFE95826F347}" type="pres">
      <dgm:prSet presAssocID="{1863275D-0AE2-4243-A94C-7A3EF5A66EA5}" presName="sp" presStyleCnt="0"/>
      <dgm:spPr/>
    </dgm:pt>
    <dgm:pt modelId="{8DEE2E96-12F6-41D7-9199-1B2EB37664BA}" type="pres">
      <dgm:prSet presAssocID="{7AB945FB-87F7-4529-84B2-483CF2364A5A}" presName="linNode" presStyleCnt="0"/>
      <dgm:spPr/>
    </dgm:pt>
    <dgm:pt modelId="{CCE842BC-6792-4B01-9783-5E1519E2D567}" type="pres">
      <dgm:prSet presAssocID="{7AB945FB-87F7-4529-84B2-483CF2364A5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5FE29F9-248D-4AE6-B1DC-F7F370FA580B}" type="pres">
      <dgm:prSet presAssocID="{7AB945FB-87F7-4529-84B2-483CF2364A5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7C1AF03-45FB-492D-B413-1FA4B820D095}" srcId="{7AB945FB-87F7-4529-84B2-483CF2364A5A}" destId="{5BE52001-FDE8-4997-BB5F-76E9AD501738}" srcOrd="0" destOrd="0" parTransId="{11B44971-44C0-476F-BC75-9D252633B24F}" sibTransId="{C680F276-3A5B-48EF-B003-D7AB24A2C22E}"/>
    <dgm:cxn modelId="{AF68B40C-61D4-4775-A1D4-7EA74EA949A1}" type="presOf" srcId="{5BE52001-FDE8-4997-BB5F-76E9AD501738}" destId="{55FE29F9-248D-4AE6-B1DC-F7F370FA580B}" srcOrd="0" destOrd="0" presId="urn:microsoft.com/office/officeart/2005/8/layout/vList5"/>
    <dgm:cxn modelId="{3F152714-F6F0-4871-BDC0-8A704AB0A574}" type="presOf" srcId="{31CD60F7-1D1F-411D-AC1B-A5E0C9874466}" destId="{A40A157F-2417-4F61-9742-743C26CCD8FB}" srcOrd="0" destOrd="0" presId="urn:microsoft.com/office/officeart/2005/8/layout/vList5"/>
    <dgm:cxn modelId="{1D502143-55F4-448B-82C0-516D1471555F}" srcId="{FD4B040D-2EC8-4F5E-8464-83BB707578A0}" destId="{7AB945FB-87F7-4529-84B2-483CF2364A5A}" srcOrd="2" destOrd="0" parTransId="{D4EFBA41-08C1-48AE-81B8-92606E64C161}" sibTransId="{8FA60F7C-5335-480E-B4E8-52681CD390EA}"/>
    <dgm:cxn modelId="{A47E6446-516C-4EAE-A194-B56E95EF66F3}" type="presOf" srcId="{5AA35A52-81D8-4F84-8F83-4F2FBF3B113D}" destId="{F2FE4D5D-0595-422E-A060-B46066984AC0}" srcOrd="0" destOrd="0" presId="urn:microsoft.com/office/officeart/2005/8/layout/vList5"/>
    <dgm:cxn modelId="{D5D74E78-24F3-4E2E-89F8-991DE6BF3502}" srcId="{7AB945FB-87F7-4529-84B2-483CF2364A5A}" destId="{522D7EE6-7912-46F1-93AE-319F3CA9A372}" srcOrd="1" destOrd="0" parTransId="{33A328FD-AED1-4C2B-A9E8-AB3BCAA6BAB6}" sibTransId="{B415EF44-9A0E-4431-A7A0-E6B0F2C8B345}"/>
    <dgm:cxn modelId="{DA1F7C94-9B2E-4ACE-AD4D-B18FBCE4479C}" type="presOf" srcId="{CC370D9C-4491-486B-B530-E83CF8124241}" destId="{F2FE4D5D-0595-422E-A060-B46066984AC0}" srcOrd="0" destOrd="1" presId="urn:microsoft.com/office/officeart/2005/8/layout/vList5"/>
    <dgm:cxn modelId="{A4D8709C-EC24-4590-9D8E-EE84E1C1D9B5}" srcId="{FD4B040D-2EC8-4F5E-8464-83BB707578A0}" destId="{FB2D43F1-F145-4AA1-8406-6A7B52E84611}" srcOrd="1" destOrd="0" parTransId="{E4552FC8-5D3C-42FC-8407-1C57D64ACD7D}" sibTransId="{1863275D-0AE2-4243-A94C-7A3EF5A66EA5}"/>
    <dgm:cxn modelId="{43D9C19D-5556-48CB-9BE3-8122380B2BDD}" srcId="{FD4B040D-2EC8-4F5E-8464-83BB707578A0}" destId="{31CD60F7-1D1F-411D-AC1B-A5E0C9874466}" srcOrd="0" destOrd="0" parTransId="{77D21360-978B-4A2E-B395-CD09F7FACE20}" sibTransId="{7DE99865-99CA-43B6-93D7-6BE011528E14}"/>
    <dgm:cxn modelId="{F3ACFAA8-6047-418A-B0BF-A4F3CDC955BB}" srcId="{FB2D43F1-F145-4AA1-8406-6A7B52E84611}" destId="{CC370D9C-4491-486B-B530-E83CF8124241}" srcOrd="1" destOrd="0" parTransId="{B9160E3A-2055-4E9E-8102-1EE56CCFA677}" sibTransId="{092F5EE2-6DE1-4259-84BC-E35A6C657D89}"/>
    <dgm:cxn modelId="{F950E7AC-59C4-4959-9227-413D6D37C545}" type="presOf" srcId="{FD4B040D-2EC8-4F5E-8464-83BB707578A0}" destId="{48CFA731-75EE-4FE6-91F5-64DD613AD2CB}" srcOrd="0" destOrd="0" presId="urn:microsoft.com/office/officeart/2005/8/layout/vList5"/>
    <dgm:cxn modelId="{E9BCD0BB-9429-4D2F-B8CB-729583E683A7}" srcId="{31CD60F7-1D1F-411D-AC1B-A5E0C9874466}" destId="{CE86BB7E-7FC1-4086-9C72-63B9B25454A4}" srcOrd="1" destOrd="0" parTransId="{6D91991C-04E5-4B07-883E-A8B9F4B36B92}" sibTransId="{96377505-79C9-43E1-B471-3AB51EB40190}"/>
    <dgm:cxn modelId="{7F4F14CE-6078-476B-BBEA-C919BD6BDD6B}" type="presOf" srcId="{7AB945FB-87F7-4529-84B2-483CF2364A5A}" destId="{CCE842BC-6792-4B01-9783-5E1519E2D567}" srcOrd="0" destOrd="0" presId="urn:microsoft.com/office/officeart/2005/8/layout/vList5"/>
    <dgm:cxn modelId="{F3CF3DDC-F456-42CD-97B7-D6E6A79A3620}" type="presOf" srcId="{CE86BB7E-7FC1-4086-9C72-63B9B25454A4}" destId="{DE9CBA17-295E-45A3-B715-22207D068E89}" srcOrd="0" destOrd="1" presId="urn:microsoft.com/office/officeart/2005/8/layout/vList5"/>
    <dgm:cxn modelId="{8F5070E6-0D5D-4D55-BD9B-BEF63E8A9F56}" type="presOf" srcId="{522D7EE6-7912-46F1-93AE-319F3CA9A372}" destId="{55FE29F9-248D-4AE6-B1DC-F7F370FA580B}" srcOrd="0" destOrd="1" presId="urn:microsoft.com/office/officeart/2005/8/layout/vList5"/>
    <dgm:cxn modelId="{745E0BEE-60AD-43BA-86B9-B13FB36A9E40}" srcId="{FB2D43F1-F145-4AA1-8406-6A7B52E84611}" destId="{5AA35A52-81D8-4F84-8F83-4F2FBF3B113D}" srcOrd="0" destOrd="0" parTransId="{D8A739A4-31BB-40A6-AD01-B516E84309EF}" sibTransId="{1133390A-4C14-441D-ADDD-539941067F2B}"/>
    <dgm:cxn modelId="{C65111F0-384C-4DEB-96D1-34E72B92B758}" srcId="{31CD60F7-1D1F-411D-AC1B-A5E0C9874466}" destId="{73D6C3B6-699C-4604-AB7B-B57A33422166}" srcOrd="0" destOrd="0" parTransId="{4CA0BFE4-7FD0-486C-8510-B2FCA383713E}" sibTransId="{3C658BB9-6599-4AAD-AB1D-8DA7430E079F}"/>
    <dgm:cxn modelId="{72C1B4F4-EBCE-4E36-8E35-08BE404E3AA5}" type="presOf" srcId="{73D6C3B6-699C-4604-AB7B-B57A33422166}" destId="{DE9CBA17-295E-45A3-B715-22207D068E89}" srcOrd="0" destOrd="0" presId="urn:microsoft.com/office/officeart/2005/8/layout/vList5"/>
    <dgm:cxn modelId="{286DE8FA-1BDB-49FC-B24C-D9814A9D6736}" type="presOf" srcId="{FB2D43F1-F145-4AA1-8406-6A7B52E84611}" destId="{A29C173C-413C-467C-A8DF-84C2177333F4}" srcOrd="0" destOrd="0" presId="urn:microsoft.com/office/officeart/2005/8/layout/vList5"/>
    <dgm:cxn modelId="{8256BEF7-A45E-4FBF-95F9-232A9BE73195}" type="presParOf" srcId="{48CFA731-75EE-4FE6-91F5-64DD613AD2CB}" destId="{B357508E-B25B-43A1-B3A2-1025520090A3}" srcOrd="0" destOrd="0" presId="urn:microsoft.com/office/officeart/2005/8/layout/vList5"/>
    <dgm:cxn modelId="{D179F0B9-D4BE-4684-A622-D3C10F397588}" type="presParOf" srcId="{B357508E-B25B-43A1-B3A2-1025520090A3}" destId="{A40A157F-2417-4F61-9742-743C26CCD8FB}" srcOrd="0" destOrd="0" presId="urn:microsoft.com/office/officeart/2005/8/layout/vList5"/>
    <dgm:cxn modelId="{CCDB2B6D-E2D0-40A5-AE37-85CB04F54B79}" type="presParOf" srcId="{B357508E-B25B-43A1-B3A2-1025520090A3}" destId="{DE9CBA17-295E-45A3-B715-22207D068E89}" srcOrd="1" destOrd="0" presId="urn:microsoft.com/office/officeart/2005/8/layout/vList5"/>
    <dgm:cxn modelId="{60B0778C-70DE-45AF-8F41-193DBB435E53}" type="presParOf" srcId="{48CFA731-75EE-4FE6-91F5-64DD613AD2CB}" destId="{DE50C162-2EF8-44AA-A95C-4FE3C9126546}" srcOrd="1" destOrd="0" presId="urn:microsoft.com/office/officeart/2005/8/layout/vList5"/>
    <dgm:cxn modelId="{0A7618B9-F72F-4D7D-B4FE-C884F5F59B4B}" type="presParOf" srcId="{48CFA731-75EE-4FE6-91F5-64DD613AD2CB}" destId="{60DAB677-8684-4E6E-9580-A25B432F5245}" srcOrd="2" destOrd="0" presId="urn:microsoft.com/office/officeart/2005/8/layout/vList5"/>
    <dgm:cxn modelId="{7519E3E4-0262-4BC2-9162-FC3104BF6460}" type="presParOf" srcId="{60DAB677-8684-4E6E-9580-A25B432F5245}" destId="{A29C173C-413C-467C-A8DF-84C2177333F4}" srcOrd="0" destOrd="0" presId="urn:microsoft.com/office/officeart/2005/8/layout/vList5"/>
    <dgm:cxn modelId="{5C0B0909-32FF-40B8-AA43-AEE0EE1537AC}" type="presParOf" srcId="{60DAB677-8684-4E6E-9580-A25B432F5245}" destId="{F2FE4D5D-0595-422E-A060-B46066984AC0}" srcOrd="1" destOrd="0" presId="urn:microsoft.com/office/officeart/2005/8/layout/vList5"/>
    <dgm:cxn modelId="{67D5F629-A45C-4B85-A8EB-0C333E72CCED}" type="presParOf" srcId="{48CFA731-75EE-4FE6-91F5-64DD613AD2CB}" destId="{F57DAFFE-D127-44EC-A503-AFE95826F347}" srcOrd="3" destOrd="0" presId="urn:microsoft.com/office/officeart/2005/8/layout/vList5"/>
    <dgm:cxn modelId="{48B9F33D-7B6B-4C7B-A235-C6A75E57DB07}" type="presParOf" srcId="{48CFA731-75EE-4FE6-91F5-64DD613AD2CB}" destId="{8DEE2E96-12F6-41D7-9199-1B2EB37664BA}" srcOrd="4" destOrd="0" presId="urn:microsoft.com/office/officeart/2005/8/layout/vList5"/>
    <dgm:cxn modelId="{D08D8E45-FFB1-4152-8E9C-F3CC63D36941}" type="presParOf" srcId="{8DEE2E96-12F6-41D7-9199-1B2EB37664BA}" destId="{CCE842BC-6792-4B01-9783-5E1519E2D567}" srcOrd="0" destOrd="0" presId="urn:microsoft.com/office/officeart/2005/8/layout/vList5"/>
    <dgm:cxn modelId="{19A24C01-5DEC-4DE3-8CAC-2B9301DA73F4}" type="presParOf" srcId="{8DEE2E96-12F6-41D7-9199-1B2EB37664BA}" destId="{55FE29F9-248D-4AE6-B1DC-F7F370FA58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DF17F9-56A4-4677-B890-F7B0F3E04F7A}" type="doc">
      <dgm:prSet loTypeId="urn:microsoft.com/office/officeart/2005/8/layout/process3" loCatId="process" qsTypeId="urn:microsoft.com/office/officeart/2005/8/quickstyle/simple3" qsCatId="simple" csTypeId="urn:microsoft.com/office/officeart/2005/8/colors/accent1_3" csCatId="accent1" phldr="1"/>
      <dgm:spPr/>
      <dgm:t>
        <a:bodyPr/>
        <a:lstStyle/>
        <a:p>
          <a:endParaRPr lang="pl-PL"/>
        </a:p>
      </dgm:t>
    </dgm:pt>
    <dgm:pt modelId="{49291036-9A1B-4C71-BED8-E389320029D0}">
      <dgm:prSet phldrT="[Tekst]" custT="1"/>
      <dgm:spPr/>
      <dgm:t>
        <a:bodyPr/>
        <a:lstStyle/>
        <a:p>
          <a:pPr>
            <a:buNone/>
          </a:pPr>
          <a:r>
            <a:rPr lang="pl-PL" sz="2400" b="1" dirty="0" err="1"/>
            <a:t>Collect</a:t>
          </a:r>
          <a:r>
            <a:rPr lang="pl-PL" sz="2400" b="1" dirty="0"/>
            <a:t> </a:t>
          </a:r>
          <a:r>
            <a:rPr lang="pl-PL" sz="2400" b="1" dirty="0" err="1"/>
            <a:t>better</a:t>
          </a:r>
          <a:r>
            <a:rPr lang="pl-PL" sz="2400" b="1" dirty="0"/>
            <a:t> data</a:t>
          </a:r>
          <a:endParaRPr lang="pl-PL" sz="2400" dirty="0"/>
        </a:p>
      </dgm:t>
    </dgm:pt>
    <dgm:pt modelId="{084E0C07-7E27-4697-A9D2-BEF74442CEF0}" type="parTrans" cxnId="{B49C7F2A-CBBC-456E-89A1-03510A40667E}">
      <dgm:prSet/>
      <dgm:spPr/>
      <dgm:t>
        <a:bodyPr/>
        <a:lstStyle/>
        <a:p>
          <a:endParaRPr lang="pl-PL"/>
        </a:p>
      </dgm:t>
    </dgm:pt>
    <dgm:pt modelId="{62560178-945A-4323-9C26-2EBFF0BA6E0E}" type="sibTrans" cxnId="{B49C7F2A-CBBC-456E-89A1-03510A40667E}">
      <dgm:prSet/>
      <dgm:spPr/>
      <dgm:t>
        <a:bodyPr/>
        <a:lstStyle/>
        <a:p>
          <a:endParaRPr lang="pl-PL"/>
        </a:p>
      </dgm:t>
    </dgm:pt>
    <dgm:pt modelId="{554CB410-FEB8-4D15-B652-D718288D26C2}">
      <dgm:prSet phldrT="[Tekst]" custT="1"/>
      <dgm:spPr/>
      <dgm:t>
        <a:bodyPr/>
        <a:lstStyle/>
        <a:p>
          <a:pPr>
            <a:buNone/>
          </a:pPr>
          <a:r>
            <a:rPr lang="pl-PL" sz="2400" b="1" dirty="0"/>
            <a:t>Monitor </a:t>
          </a:r>
          <a:r>
            <a:rPr lang="pl-PL" sz="2400" b="1" dirty="0" err="1"/>
            <a:t>monthly</a:t>
          </a:r>
          <a:r>
            <a:rPr lang="pl-PL" sz="2400" b="1" dirty="0"/>
            <a:t> </a:t>
          </a:r>
          <a:r>
            <a:rPr lang="pl-PL" sz="2400" b="1" dirty="0" err="1"/>
            <a:t>churn</a:t>
          </a:r>
          <a:endParaRPr lang="pl-PL" sz="2400" dirty="0"/>
        </a:p>
      </dgm:t>
    </dgm:pt>
    <dgm:pt modelId="{CCA4288E-55DA-47C7-BA82-617A566DCC60}" type="parTrans" cxnId="{478A4863-9036-41EA-92A8-F399E20ACEA2}">
      <dgm:prSet/>
      <dgm:spPr/>
      <dgm:t>
        <a:bodyPr/>
        <a:lstStyle/>
        <a:p>
          <a:endParaRPr lang="pl-PL"/>
        </a:p>
      </dgm:t>
    </dgm:pt>
    <dgm:pt modelId="{9F6DC86E-0364-429D-AE42-E415C97F4827}" type="sibTrans" cxnId="{478A4863-9036-41EA-92A8-F399E20ACEA2}">
      <dgm:prSet/>
      <dgm:spPr/>
      <dgm:t>
        <a:bodyPr/>
        <a:lstStyle/>
        <a:p>
          <a:endParaRPr lang="pl-PL"/>
        </a:p>
      </dgm:t>
    </dgm:pt>
    <dgm:pt modelId="{31458701-95AF-4DAE-B3EA-04F913789B05}">
      <dgm:prSet phldrT="[Tekst]"/>
      <dgm:spPr/>
      <dgm:t>
        <a:bodyPr/>
        <a:lstStyle/>
        <a:p>
          <a:pPr>
            <a:buNone/>
          </a:pPr>
          <a:r>
            <a:rPr lang="pl-PL" b="1" dirty="0"/>
            <a:t>Test </a:t>
          </a:r>
          <a:r>
            <a:rPr lang="pl-PL" b="1" dirty="0" err="1"/>
            <a:t>retention</a:t>
          </a:r>
          <a:r>
            <a:rPr lang="pl-PL" b="1" dirty="0"/>
            <a:t> </a:t>
          </a:r>
          <a:r>
            <a:rPr lang="pl-PL" b="1" dirty="0" err="1"/>
            <a:t>actions</a:t>
          </a:r>
          <a:endParaRPr lang="pl-PL" dirty="0"/>
        </a:p>
      </dgm:t>
    </dgm:pt>
    <dgm:pt modelId="{A444BB4F-E902-490F-9D07-FE5B21B6B447}" type="parTrans" cxnId="{B4DD823A-FDD9-413E-AF8A-634217784F97}">
      <dgm:prSet/>
      <dgm:spPr/>
      <dgm:t>
        <a:bodyPr/>
        <a:lstStyle/>
        <a:p>
          <a:endParaRPr lang="pl-PL"/>
        </a:p>
      </dgm:t>
    </dgm:pt>
    <dgm:pt modelId="{593D4DF0-4BDF-438E-859C-EE839C5921AF}" type="sibTrans" cxnId="{B4DD823A-FDD9-413E-AF8A-634217784F97}">
      <dgm:prSet/>
      <dgm:spPr/>
      <dgm:t>
        <a:bodyPr/>
        <a:lstStyle/>
        <a:p>
          <a:endParaRPr lang="pl-PL"/>
        </a:p>
      </dgm:t>
    </dgm:pt>
    <dgm:pt modelId="{65B7B20D-1D5C-4788-8DB0-161E2E7722CB}">
      <dgm:prSet phldrT="[Teks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sz="2000" dirty="0" err="1"/>
            <a:t>Cancellation</a:t>
          </a:r>
          <a:r>
            <a:rPr lang="pl-PL" sz="2000" dirty="0"/>
            <a:t> </a:t>
          </a:r>
          <a:r>
            <a:rPr lang="pl-PL" sz="2000" dirty="0" err="1"/>
            <a:t>dates</a:t>
          </a:r>
          <a:endParaRPr lang="pl-PL" sz="2000" dirty="0"/>
        </a:p>
      </dgm:t>
    </dgm:pt>
    <dgm:pt modelId="{FED643B0-6C0D-49C3-A918-E644F732BE00}" type="parTrans" cxnId="{313E8C01-0D2E-433E-A77D-95F3A3C22D57}">
      <dgm:prSet/>
      <dgm:spPr/>
      <dgm:t>
        <a:bodyPr/>
        <a:lstStyle/>
        <a:p>
          <a:endParaRPr lang="pl-PL"/>
        </a:p>
      </dgm:t>
    </dgm:pt>
    <dgm:pt modelId="{6C059F13-282D-4636-B9B8-A23A81F22EF2}" type="sibTrans" cxnId="{313E8C01-0D2E-433E-A77D-95F3A3C22D57}">
      <dgm:prSet/>
      <dgm:spPr/>
      <dgm:t>
        <a:bodyPr/>
        <a:lstStyle/>
        <a:p>
          <a:endParaRPr lang="pl-PL"/>
        </a:p>
      </dgm:t>
    </dgm:pt>
    <dgm:pt modelId="{4A143ACD-E28D-4520-B3AC-835F11ABF68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sz="2000" dirty="0" err="1"/>
            <a:t>Monthly</a:t>
          </a:r>
          <a:r>
            <a:rPr lang="pl-PL" sz="2000" dirty="0"/>
            <a:t> </a:t>
          </a:r>
          <a:r>
            <a:rPr lang="pl-PL" sz="2000" dirty="0" err="1"/>
            <a:t>active</a:t>
          </a:r>
          <a:r>
            <a:rPr lang="pl-PL" sz="2000" dirty="0"/>
            <a:t> </a:t>
          </a:r>
          <a:r>
            <a:rPr lang="pl-PL" sz="2000" dirty="0" err="1"/>
            <a:t>customer</a:t>
          </a:r>
          <a:r>
            <a:rPr lang="pl-PL" sz="2000" dirty="0"/>
            <a:t> </a:t>
          </a:r>
          <a:r>
            <a:rPr lang="pl-PL" sz="2000" dirty="0" err="1"/>
            <a:t>counts</a:t>
          </a:r>
          <a:endParaRPr lang="pl-PL" sz="2000" dirty="0"/>
        </a:p>
      </dgm:t>
    </dgm:pt>
    <dgm:pt modelId="{1941D895-1793-444F-94DF-D2E6BCD3DFAA}" type="parTrans" cxnId="{38DAEC3C-80D3-46E0-AC98-9E8AD4D90AC5}">
      <dgm:prSet/>
      <dgm:spPr/>
      <dgm:t>
        <a:bodyPr/>
        <a:lstStyle/>
        <a:p>
          <a:endParaRPr lang="pl-PL"/>
        </a:p>
      </dgm:t>
    </dgm:pt>
    <dgm:pt modelId="{A596F0C0-068C-4851-AEAD-104F225CC22C}" type="sibTrans" cxnId="{38DAEC3C-80D3-46E0-AC98-9E8AD4D90AC5}">
      <dgm:prSet/>
      <dgm:spPr/>
      <dgm:t>
        <a:bodyPr/>
        <a:lstStyle/>
        <a:p>
          <a:endParaRPr lang="pl-PL"/>
        </a:p>
      </dgm:t>
    </dgm:pt>
    <dgm:pt modelId="{905FAB43-4F7A-4588-AB6A-88E00EECD3D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sz="2000" dirty="0" err="1"/>
            <a:t>Reliable</a:t>
          </a:r>
          <a:r>
            <a:rPr lang="pl-PL" sz="2000" dirty="0"/>
            <a:t> </a:t>
          </a:r>
          <a:r>
            <a:rPr lang="pl-PL" sz="2000" dirty="0" err="1"/>
            <a:t>activity</a:t>
          </a:r>
          <a:r>
            <a:rPr lang="pl-PL" sz="2000" dirty="0"/>
            <a:t> </a:t>
          </a:r>
          <a:r>
            <a:rPr lang="pl-PL" sz="2000" dirty="0" err="1"/>
            <a:t>logs</a:t>
          </a:r>
          <a:endParaRPr lang="pl-PL" sz="2000" dirty="0"/>
        </a:p>
      </dgm:t>
    </dgm:pt>
    <dgm:pt modelId="{32823B88-8381-4CDD-9CC6-15BDC1DFE1A8}" type="parTrans" cxnId="{3E371CEF-4BA0-49DF-A57E-E2E33F85D4FC}">
      <dgm:prSet/>
      <dgm:spPr/>
      <dgm:t>
        <a:bodyPr/>
        <a:lstStyle/>
        <a:p>
          <a:endParaRPr lang="pl-PL"/>
        </a:p>
      </dgm:t>
    </dgm:pt>
    <dgm:pt modelId="{9A7C65C1-8517-43F5-BBEC-183A10E2CCA4}" type="sibTrans" cxnId="{3E371CEF-4BA0-49DF-A57E-E2E33F85D4FC}">
      <dgm:prSet/>
      <dgm:spPr/>
      <dgm:t>
        <a:bodyPr/>
        <a:lstStyle/>
        <a:p>
          <a:endParaRPr lang="pl-PL"/>
        </a:p>
      </dgm:t>
    </dgm:pt>
    <dgm:pt modelId="{6ECB0B72-AEB8-4FE1-A763-9F0623A1BF1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sz="2000" dirty="0" err="1"/>
            <a:t>Regular</a:t>
          </a:r>
          <a:r>
            <a:rPr lang="pl-PL" sz="2000" dirty="0"/>
            <a:t> data </a:t>
          </a:r>
          <a:r>
            <a:rPr lang="pl-PL" sz="2000" dirty="0" err="1"/>
            <a:t>validation</a:t>
          </a:r>
          <a:endParaRPr lang="pl-PL" sz="2000" dirty="0"/>
        </a:p>
      </dgm:t>
    </dgm:pt>
    <dgm:pt modelId="{F70632BB-AB94-4C17-9EB6-36B955049440}" type="parTrans" cxnId="{480F3E90-B9A7-4C20-8756-B6E77A7E398B}">
      <dgm:prSet/>
      <dgm:spPr/>
      <dgm:t>
        <a:bodyPr/>
        <a:lstStyle/>
        <a:p>
          <a:endParaRPr lang="pl-PL"/>
        </a:p>
      </dgm:t>
    </dgm:pt>
    <dgm:pt modelId="{8537BF0E-FF45-4C47-A4CB-B9E3737E4ED4}" type="sibTrans" cxnId="{480F3E90-B9A7-4C20-8756-B6E77A7E398B}">
      <dgm:prSet/>
      <dgm:spPr/>
      <dgm:t>
        <a:bodyPr/>
        <a:lstStyle/>
        <a:p>
          <a:endParaRPr lang="pl-PL"/>
        </a:p>
      </dgm:t>
    </dgm:pt>
    <dgm:pt modelId="{D4E8E11B-DCB6-40F5-9329-6EEA7847BA4E}">
      <dgm:prSet phldrT="[Tekst]" custT="1"/>
      <dgm:spPr/>
      <dgm:t>
        <a:bodyPr/>
        <a:lstStyle/>
        <a:p>
          <a:pPr marL="0" algn="ctr">
            <a:buFont typeface="Arial" panose="020B0604020202020204" pitchFamily="34" charset="0"/>
            <a:buNone/>
          </a:pPr>
          <a:r>
            <a:rPr lang="pl-PL" sz="2000" b="0" dirty="0" err="1"/>
            <a:t>Monthly</a:t>
          </a:r>
          <a:r>
            <a:rPr lang="pl-PL" sz="2000" b="0" dirty="0"/>
            <a:t> </a:t>
          </a:r>
          <a:r>
            <a:rPr lang="pl-PL" sz="2000" b="0" dirty="0" err="1"/>
            <a:t>churn</a:t>
          </a:r>
          <a:r>
            <a:rPr lang="pl-PL" sz="2000" b="0" dirty="0"/>
            <a:t> </a:t>
          </a:r>
          <a:r>
            <a:rPr lang="pl-PL" sz="2000" b="0" dirty="0" err="1"/>
            <a:t>rate</a:t>
          </a:r>
          <a:r>
            <a:rPr lang="pl-PL" sz="2000" b="0" dirty="0"/>
            <a:t> (%)</a:t>
          </a:r>
        </a:p>
      </dgm:t>
    </dgm:pt>
    <dgm:pt modelId="{9A394753-012C-4029-AEC6-BB44ECFA3BBE}" type="parTrans" cxnId="{59A8E2D1-BEEA-471B-9B7E-E160DEAB6C80}">
      <dgm:prSet/>
      <dgm:spPr/>
      <dgm:t>
        <a:bodyPr/>
        <a:lstStyle/>
        <a:p>
          <a:endParaRPr lang="pl-PL"/>
        </a:p>
      </dgm:t>
    </dgm:pt>
    <dgm:pt modelId="{83A0EC27-BBAD-4639-8552-F9584C220DF7}" type="sibTrans" cxnId="{59A8E2D1-BEEA-471B-9B7E-E160DEAB6C80}">
      <dgm:prSet/>
      <dgm:spPr/>
      <dgm:t>
        <a:bodyPr/>
        <a:lstStyle/>
        <a:p>
          <a:endParaRPr lang="pl-PL"/>
        </a:p>
      </dgm:t>
    </dgm:pt>
    <dgm:pt modelId="{47C39031-5570-4B07-8B34-7030121FF749}">
      <dgm:prSet phldrT="[Tekst]" custT="1"/>
      <dgm:spPr/>
      <dgm:t>
        <a:bodyPr/>
        <a:lstStyle/>
        <a:p>
          <a:pPr marL="0" algn="ctr">
            <a:buFont typeface="Arial" panose="020B0604020202020204" pitchFamily="34" charset="0"/>
            <a:buNone/>
          </a:pPr>
          <a:r>
            <a:rPr lang="pl-PL" sz="2000" b="0" dirty="0" err="1"/>
            <a:t>Customers</a:t>
          </a:r>
          <a:r>
            <a:rPr lang="pl-PL" sz="2000" b="0" dirty="0"/>
            <a:t> </a:t>
          </a:r>
          <a:r>
            <a:rPr lang="pl-PL" sz="2000" b="0" dirty="0" err="1"/>
            <a:t>active</a:t>
          </a:r>
          <a:r>
            <a:rPr lang="pl-PL" sz="2000" b="0" dirty="0"/>
            <a:t> </a:t>
          </a:r>
          <a:r>
            <a:rPr lang="pl-PL" sz="2000" b="0" dirty="0" err="1"/>
            <a:t>at</a:t>
          </a:r>
          <a:r>
            <a:rPr lang="pl-PL" sz="2000" b="0" dirty="0"/>
            <a:t> </a:t>
          </a:r>
          <a:r>
            <a:rPr lang="pl-PL" sz="2000" b="0" dirty="0" err="1"/>
            <a:t>month</a:t>
          </a:r>
          <a:r>
            <a:rPr lang="pl-PL" sz="2000" b="0" dirty="0"/>
            <a:t> start</a:t>
          </a:r>
        </a:p>
      </dgm:t>
    </dgm:pt>
    <dgm:pt modelId="{2B5CFB7C-4DA1-462B-9493-BB20EB366C8A}" type="parTrans" cxnId="{A492E7A2-3979-476F-9462-4F5DF1182B39}">
      <dgm:prSet/>
      <dgm:spPr/>
      <dgm:t>
        <a:bodyPr/>
        <a:lstStyle/>
        <a:p>
          <a:endParaRPr lang="pl-PL"/>
        </a:p>
      </dgm:t>
    </dgm:pt>
    <dgm:pt modelId="{CE13F7AE-ED74-4D37-98C8-D463415A596C}" type="sibTrans" cxnId="{A492E7A2-3979-476F-9462-4F5DF1182B39}">
      <dgm:prSet/>
      <dgm:spPr/>
      <dgm:t>
        <a:bodyPr/>
        <a:lstStyle/>
        <a:p>
          <a:endParaRPr lang="pl-PL"/>
        </a:p>
      </dgm:t>
    </dgm:pt>
    <dgm:pt modelId="{CCA36D9C-DA7C-4D48-A915-80872F1E5B7D}">
      <dgm:prSet phldrT="[Tekst]" custT="1"/>
      <dgm:spPr/>
      <dgm:t>
        <a:bodyPr/>
        <a:lstStyle/>
        <a:p>
          <a:pPr marL="0" algn="ctr">
            <a:buFont typeface="Arial" panose="020B0604020202020204" pitchFamily="34" charset="0"/>
            <a:buNone/>
          </a:pPr>
          <a:r>
            <a:rPr lang="pl-PL" sz="2000" b="0" dirty="0"/>
            <a:t>× 100</a:t>
          </a:r>
          <a:endParaRPr lang="pl-PL" sz="2200" b="0" dirty="0"/>
        </a:p>
      </dgm:t>
    </dgm:pt>
    <dgm:pt modelId="{FBA7DFF0-6EE1-41C3-B162-EAEDF67988A4}" type="parTrans" cxnId="{C2E0342B-03C2-4A39-93A9-F4DC6170959C}">
      <dgm:prSet/>
      <dgm:spPr/>
      <dgm:t>
        <a:bodyPr/>
        <a:lstStyle/>
        <a:p>
          <a:endParaRPr lang="pl-PL"/>
        </a:p>
      </dgm:t>
    </dgm:pt>
    <dgm:pt modelId="{0D2962B3-8F91-4F9F-935F-097477A63D46}" type="sibTrans" cxnId="{C2E0342B-03C2-4A39-93A9-F4DC6170959C}">
      <dgm:prSet/>
      <dgm:spPr/>
      <dgm:t>
        <a:bodyPr/>
        <a:lstStyle/>
        <a:p>
          <a:endParaRPr lang="pl-PL"/>
        </a:p>
      </dgm:t>
    </dgm:pt>
    <dgm:pt modelId="{0969190C-4792-455F-8BB9-DB68C2318CAA}">
      <dgm:prSet phldrT="[Tekst]" custT="1"/>
      <dgm:spPr/>
      <dgm:t>
        <a:bodyPr/>
        <a:lstStyle/>
        <a:p>
          <a:pPr marL="0" algn="ctr">
            <a:buFont typeface="Arial" panose="020B0604020202020204" pitchFamily="34" charset="0"/>
            <a:buNone/>
          </a:pPr>
          <a:r>
            <a:rPr lang="pl-PL" sz="2000" b="0" dirty="0"/>
            <a:t>=</a:t>
          </a:r>
          <a:br>
            <a:rPr lang="pl-PL" sz="2000" b="0" dirty="0"/>
          </a:br>
          <a:r>
            <a:rPr lang="pl-PL" sz="2000" b="0" dirty="0" err="1"/>
            <a:t>Monthly</a:t>
          </a:r>
          <a:r>
            <a:rPr lang="pl-PL" sz="2000" b="0" dirty="0"/>
            <a:t> </a:t>
          </a:r>
          <a:r>
            <a:rPr lang="pl-PL" sz="2000" b="0" dirty="0" err="1"/>
            <a:t>cancellations</a:t>
          </a:r>
          <a:endParaRPr lang="pl-PL" sz="2000" b="0" dirty="0"/>
        </a:p>
      </dgm:t>
    </dgm:pt>
    <dgm:pt modelId="{93197C5D-2A02-4D85-845F-532F079F1F73}" type="parTrans" cxnId="{0C6EC4D3-A5A7-4B8F-9AA0-6D27416192F0}">
      <dgm:prSet/>
      <dgm:spPr/>
      <dgm:t>
        <a:bodyPr/>
        <a:lstStyle/>
        <a:p>
          <a:endParaRPr lang="pl-PL"/>
        </a:p>
      </dgm:t>
    </dgm:pt>
    <dgm:pt modelId="{6EA8AB40-EFFE-42EA-BB28-938634603371}" type="sibTrans" cxnId="{0C6EC4D3-A5A7-4B8F-9AA0-6D27416192F0}">
      <dgm:prSet/>
      <dgm:spPr/>
      <dgm:t>
        <a:bodyPr/>
        <a:lstStyle/>
        <a:p>
          <a:endParaRPr lang="pl-PL"/>
        </a:p>
      </dgm:t>
    </dgm:pt>
    <dgm:pt modelId="{25119FEB-72BA-4FA2-88F6-E319BBE28CBA}">
      <dgm:prSet phldrT="[Teks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sz="2000" b="0" dirty="0"/>
            <a:t>Pilot </a:t>
          </a:r>
          <a:r>
            <a:rPr lang="pl-PL" sz="2000" b="0" dirty="0" err="1"/>
            <a:t>faster</a:t>
          </a:r>
          <a:r>
            <a:rPr lang="pl-PL" sz="2000" b="0" dirty="0"/>
            <a:t> </a:t>
          </a:r>
          <a:r>
            <a:rPr lang="pl-PL" sz="2000" b="0" dirty="0" err="1"/>
            <a:t>support</a:t>
          </a:r>
          <a:r>
            <a:rPr lang="pl-PL" sz="2000" b="0" dirty="0"/>
            <a:t> resolution</a:t>
          </a:r>
        </a:p>
      </dgm:t>
    </dgm:pt>
    <dgm:pt modelId="{79C0D4CB-8340-43F4-8EED-18ED69C8BC4C}" type="parTrans" cxnId="{AB8B05E2-B804-43A8-A2EE-11ABF48EB1AB}">
      <dgm:prSet/>
      <dgm:spPr/>
      <dgm:t>
        <a:bodyPr/>
        <a:lstStyle/>
        <a:p>
          <a:endParaRPr lang="pl-PL"/>
        </a:p>
      </dgm:t>
    </dgm:pt>
    <dgm:pt modelId="{81C8D7DE-D250-4B04-B57E-E5ECA7748E6E}" type="sibTrans" cxnId="{AB8B05E2-B804-43A8-A2EE-11ABF48EB1AB}">
      <dgm:prSet/>
      <dgm:spPr/>
      <dgm:t>
        <a:bodyPr/>
        <a:lstStyle/>
        <a:p>
          <a:endParaRPr lang="pl-PL"/>
        </a:p>
      </dgm:t>
    </dgm:pt>
    <dgm:pt modelId="{9F9F25D7-220D-4137-9387-3D01DCDD6B6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sz="2000" b="0" dirty="0"/>
            <a:t>Test </a:t>
          </a:r>
          <a:r>
            <a:rPr lang="pl-PL" sz="2000" b="0" dirty="0" err="1"/>
            <a:t>workout</a:t>
          </a:r>
          <a:r>
            <a:rPr lang="pl-PL" sz="2000" b="0" dirty="0"/>
            <a:t> </a:t>
          </a:r>
          <a:r>
            <a:rPr lang="pl-PL" sz="2000" b="0" dirty="0" err="1"/>
            <a:t>tracking</a:t>
          </a:r>
          <a:r>
            <a:rPr lang="pl-PL" sz="2000" b="0" dirty="0"/>
            <a:t> and </a:t>
          </a:r>
          <a:r>
            <a:rPr lang="pl-PL" sz="2000" b="0" dirty="0" err="1"/>
            <a:t>sharing</a:t>
          </a:r>
          <a:r>
            <a:rPr lang="pl-PL" sz="2000" b="0" dirty="0"/>
            <a:t> </a:t>
          </a:r>
          <a:r>
            <a:rPr lang="pl-PL" sz="2000" b="0" dirty="0" err="1"/>
            <a:t>initiatives</a:t>
          </a:r>
          <a:endParaRPr lang="pl-PL" sz="2000" b="0" dirty="0"/>
        </a:p>
      </dgm:t>
    </dgm:pt>
    <dgm:pt modelId="{0FEE5076-BD3F-48D3-A5EC-76C304F27FCD}" type="parTrans" cxnId="{8A7D63CB-350C-4177-BF5F-9DBBD443F3E5}">
      <dgm:prSet/>
      <dgm:spPr/>
      <dgm:t>
        <a:bodyPr/>
        <a:lstStyle/>
        <a:p>
          <a:endParaRPr lang="pl-PL"/>
        </a:p>
      </dgm:t>
    </dgm:pt>
    <dgm:pt modelId="{1DCB0FFB-608D-4A8A-8033-F284949D0F4E}" type="sibTrans" cxnId="{8A7D63CB-350C-4177-BF5F-9DBBD443F3E5}">
      <dgm:prSet/>
      <dgm:spPr/>
      <dgm:t>
        <a:bodyPr/>
        <a:lstStyle/>
        <a:p>
          <a:endParaRPr lang="pl-PL"/>
        </a:p>
      </dgm:t>
    </dgm:pt>
    <dgm:pt modelId="{E5EE9251-C084-4C14-91D2-DCFC62D60CE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l-PL" sz="2000" b="0" dirty="0" err="1"/>
            <a:t>Compare</a:t>
          </a:r>
          <a:r>
            <a:rPr lang="pl-PL" sz="2000" b="0" dirty="0"/>
            <a:t> </a:t>
          </a:r>
          <a:r>
            <a:rPr lang="pl-PL" sz="2000" b="0" dirty="0" err="1"/>
            <a:t>results</a:t>
          </a:r>
          <a:r>
            <a:rPr lang="pl-PL" sz="2000" b="0" dirty="0"/>
            <a:t> with </a:t>
          </a:r>
          <a:r>
            <a:rPr lang="pl-PL" sz="2000" b="0" dirty="0" err="1"/>
            <a:t>control</a:t>
          </a:r>
          <a:r>
            <a:rPr lang="pl-PL" sz="2000" b="0" dirty="0"/>
            <a:t> </a:t>
          </a:r>
          <a:r>
            <a:rPr lang="pl-PL" sz="2000" b="0" dirty="0" err="1"/>
            <a:t>groups</a:t>
          </a:r>
          <a:endParaRPr lang="pl-PL" sz="2000" b="0" dirty="0"/>
        </a:p>
      </dgm:t>
    </dgm:pt>
    <dgm:pt modelId="{3A579F18-62CD-4606-B995-13FB593AD555}" type="parTrans" cxnId="{89E9DD62-58E6-410A-B05B-067937E13403}">
      <dgm:prSet/>
      <dgm:spPr/>
      <dgm:t>
        <a:bodyPr/>
        <a:lstStyle/>
        <a:p>
          <a:endParaRPr lang="pl-PL"/>
        </a:p>
      </dgm:t>
    </dgm:pt>
    <dgm:pt modelId="{D64DF6AB-8C03-438F-83A0-FF8CFEC0E5EA}" type="sibTrans" cxnId="{89E9DD62-58E6-410A-B05B-067937E13403}">
      <dgm:prSet/>
      <dgm:spPr/>
      <dgm:t>
        <a:bodyPr/>
        <a:lstStyle/>
        <a:p>
          <a:endParaRPr lang="pl-PL"/>
        </a:p>
      </dgm:t>
    </dgm:pt>
    <dgm:pt modelId="{3DC9C727-C394-41A4-8788-975EF51C6CBD}">
      <dgm:prSet phldrT="[Tekst]" custT="1"/>
      <dgm:spPr/>
      <dgm:t>
        <a:bodyPr/>
        <a:lstStyle/>
        <a:p>
          <a:pPr marL="0" algn="ctr">
            <a:buFont typeface="Arial" panose="020B0604020202020204" pitchFamily="34" charset="0"/>
            <a:buNone/>
          </a:pPr>
          <a:r>
            <a:rPr lang="pl-PL" sz="2000" b="0" dirty="0"/>
            <a:t>/</a:t>
          </a:r>
        </a:p>
      </dgm:t>
    </dgm:pt>
    <dgm:pt modelId="{4F3757C8-93EF-45B8-BB3E-8AAB520DF052}" type="parTrans" cxnId="{097CD0F0-0B28-458A-941D-04D1E9B18EF1}">
      <dgm:prSet/>
      <dgm:spPr/>
      <dgm:t>
        <a:bodyPr/>
        <a:lstStyle/>
        <a:p>
          <a:endParaRPr lang="pl-PL"/>
        </a:p>
      </dgm:t>
    </dgm:pt>
    <dgm:pt modelId="{6619A208-1A25-4C92-BC90-BC2E74F59A7E}" type="sibTrans" cxnId="{097CD0F0-0B28-458A-941D-04D1E9B18EF1}">
      <dgm:prSet/>
      <dgm:spPr/>
      <dgm:t>
        <a:bodyPr/>
        <a:lstStyle/>
        <a:p>
          <a:endParaRPr lang="pl-PL"/>
        </a:p>
      </dgm:t>
    </dgm:pt>
    <dgm:pt modelId="{48FFA8BF-543E-4623-8A34-D778793ED3E7}" type="pres">
      <dgm:prSet presAssocID="{34DF17F9-56A4-4677-B890-F7B0F3E04F7A}" presName="linearFlow" presStyleCnt="0">
        <dgm:presLayoutVars>
          <dgm:dir/>
          <dgm:animLvl val="lvl"/>
          <dgm:resizeHandles val="exact"/>
        </dgm:presLayoutVars>
      </dgm:prSet>
      <dgm:spPr/>
    </dgm:pt>
    <dgm:pt modelId="{F56E4283-B9D9-4409-A159-F84952845677}" type="pres">
      <dgm:prSet presAssocID="{49291036-9A1B-4C71-BED8-E389320029D0}" presName="composite" presStyleCnt="0"/>
      <dgm:spPr/>
    </dgm:pt>
    <dgm:pt modelId="{3A01B215-130B-4BAD-B81E-1CABFF7F2E7A}" type="pres">
      <dgm:prSet presAssocID="{49291036-9A1B-4C71-BED8-E389320029D0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A1E28C9-29FA-41A2-A4A3-94222025A3C4}" type="pres">
      <dgm:prSet presAssocID="{49291036-9A1B-4C71-BED8-E389320029D0}" presName="parSh" presStyleLbl="node1" presStyleIdx="0" presStyleCnt="3"/>
      <dgm:spPr/>
    </dgm:pt>
    <dgm:pt modelId="{0C9BE939-6808-4DD8-A7D2-FA0ED14BD063}" type="pres">
      <dgm:prSet presAssocID="{49291036-9A1B-4C71-BED8-E389320029D0}" presName="desTx" presStyleLbl="fgAcc1" presStyleIdx="0" presStyleCnt="3" custScaleX="104785" custLinFactNeighborX="6599" custLinFactNeighborY="5644">
        <dgm:presLayoutVars>
          <dgm:bulletEnabled val="1"/>
        </dgm:presLayoutVars>
      </dgm:prSet>
      <dgm:spPr/>
    </dgm:pt>
    <dgm:pt modelId="{66664E91-D6BD-471B-B317-812DC3D122A5}" type="pres">
      <dgm:prSet presAssocID="{62560178-945A-4323-9C26-2EBFF0BA6E0E}" presName="sibTrans" presStyleLbl="sibTrans2D1" presStyleIdx="0" presStyleCnt="2"/>
      <dgm:spPr/>
    </dgm:pt>
    <dgm:pt modelId="{BCA00384-C2F5-4B02-B13C-2EB59BBA6FA9}" type="pres">
      <dgm:prSet presAssocID="{62560178-945A-4323-9C26-2EBFF0BA6E0E}" presName="connTx" presStyleLbl="sibTrans2D1" presStyleIdx="0" presStyleCnt="2"/>
      <dgm:spPr/>
    </dgm:pt>
    <dgm:pt modelId="{284FD8EF-2F9F-4E8F-BB9E-07763CCDCE9B}" type="pres">
      <dgm:prSet presAssocID="{554CB410-FEB8-4D15-B652-D718288D26C2}" presName="composite" presStyleCnt="0"/>
      <dgm:spPr/>
    </dgm:pt>
    <dgm:pt modelId="{9CF9F06D-943B-44A2-8995-358572D4CC3F}" type="pres">
      <dgm:prSet presAssocID="{554CB410-FEB8-4D15-B652-D718288D26C2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77F7CF0-DB15-495D-8BDC-F2E1326E89AB}" type="pres">
      <dgm:prSet presAssocID="{554CB410-FEB8-4D15-B652-D718288D26C2}" presName="parSh" presStyleLbl="node1" presStyleIdx="1" presStyleCnt="3" custScaleX="111468"/>
      <dgm:spPr/>
    </dgm:pt>
    <dgm:pt modelId="{F0C2E368-94CC-44BD-8393-C31B53600D47}" type="pres">
      <dgm:prSet presAssocID="{554CB410-FEB8-4D15-B652-D718288D26C2}" presName="desTx" presStyleLbl="fgAcc1" presStyleIdx="1" presStyleCnt="3" custLinFactNeighborY="4302">
        <dgm:presLayoutVars>
          <dgm:bulletEnabled val="1"/>
        </dgm:presLayoutVars>
      </dgm:prSet>
      <dgm:spPr/>
    </dgm:pt>
    <dgm:pt modelId="{52019126-E811-4A01-B889-3848B1D50C74}" type="pres">
      <dgm:prSet presAssocID="{9F6DC86E-0364-429D-AE42-E415C97F4827}" presName="sibTrans" presStyleLbl="sibTrans2D1" presStyleIdx="1" presStyleCnt="2"/>
      <dgm:spPr/>
    </dgm:pt>
    <dgm:pt modelId="{D50861F4-D667-42B5-88DC-A47BA595793F}" type="pres">
      <dgm:prSet presAssocID="{9F6DC86E-0364-429D-AE42-E415C97F4827}" presName="connTx" presStyleLbl="sibTrans2D1" presStyleIdx="1" presStyleCnt="2"/>
      <dgm:spPr/>
    </dgm:pt>
    <dgm:pt modelId="{8A1B4F96-9610-40FE-B030-B5A154B0610D}" type="pres">
      <dgm:prSet presAssocID="{31458701-95AF-4DAE-B3EA-04F913789B05}" presName="composite" presStyleCnt="0"/>
      <dgm:spPr/>
    </dgm:pt>
    <dgm:pt modelId="{4B3CC0BD-91E7-49EE-AAB7-2A998DF2B70B}" type="pres">
      <dgm:prSet presAssocID="{31458701-95AF-4DAE-B3EA-04F913789B05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3A9188F-FBF1-4747-9BCB-E2936A0D1DAA}" type="pres">
      <dgm:prSet presAssocID="{31458701-95AF-4DAE-B3EA-04F913789B05}" presName="parSh" presStyleLbl="node1" presStyleIdx="2" presStyleCnt="3"/>
      <dgm:spPr/>
    </dgm:pt>
    <dgm:pt modelId="{E9AEA71D-59B5-4D43-90F2-2BB124371A01}" type="pres">
      <dgm:prSet presAssocID="{31458701-95AF-4DAE-B3EA-04F913789B05}" presName="desTx" presStyleLbl="fgAcc1" presStyleIdx="2" presStyleCnt="3" custLinFactNeighborX="-2064" custLinFactNeighborY="5101">
        <dgm:presLayoutVars>
          <dgm:bulletEnabled val="1"/>
        </dgm:presLayoutVars>
      </dgm:prSet>
      <dgm:spPr/>
    </dgm:pt>
  </dgm:ptLst>
  <dgm:cxnLst>
    <dgm:cxn modelId="{313E8C01-0D2E-433E-A77D-95F3A3C22D57}" srcId="{49291036-9A1B-4C71-BED8-E389320029D0}" destId="{65B7B20D-1D5C-4788-8DB0-161E2E7722CB}" srcOrd="0" destOrd="0" parTransId="{FED643B0-6C0D-49C3-A918-E644F732BE00}" sibTransId="{6C059F13-282D-4636-B9B8-A23A81F22EF2}"/>
    <dgm:cxn modelId="{FD953D02-7A27-4B20-B03F-8CEDBE946050}" type="presOf" srcId="{905FAB43-4F7A-4588-AB6A-88E00EECD3DD}" destId="{0C9BE939-6808-4DD8-A7D2-FA0ED14BD063}" srcOrd="0" destOrd="2" presId="urn:microsoft.com/office/officeart/2005/8/layout/process3"/>
    <dgm:cxn modelId="{66ECE203-ACA6-4DD5-8CF8-93A5AD176405}" type="presOf" srcId="{9F9F25D7-220D-4137-9387-3D01DCDD6B6F}" destId="{E9AEA71D-59B5-4D43-90F2-2BB124371A01}" srcOrd="0" destOrd="1" presId="urn:microsoft.com/office/officeart/2005/8/layout/process3"/>
    <dgm:cxn modelId="{6875A40B-5AE2-481E-A6B6-9E3FF3CD4835}" type="presOf" srcId="{6ECB0B72-AEB8-4FE1-A763-9F0623A1BF1B}" destId="{0C9BE939-6808-4DD8-A7D2-FA0ED14BD063}" srcOrd="0" destOrd="3" presId="urn:microsoft.com/office/officeart/2005/8/layout/process3"/>
    <dgm:cxn modelId="{971E830F-762C-410B-B5F1-130E64504D72}" type="presOf" srcId="{47C39031-5570-4B07-8B34-7030121FF749}" destId="{F0C2E368-94CC-44BD-8393-C31B53600D47}" srcOrd="0" destOrd="3" presId="urn:microsoft.com/office/officeart/2005/8/layout/process3"/>
    <dgm:cxn modelId="{B49C7F2A-CBBC-456E-89A1-03510A40667E}" srcId="{34DF17F9-56A4-4677-B890-F7B0F3E04F7A}" destId="{49291036-9A1B-4C71-BED8-E389320029D0}" srcOrd="0" destOrd="0" parTransId="{084E0C07-7E27-4697-A9D2-BEF74442CEF0}" sibTransId="{62560178-945A-4323-9C26-2EBFF0BA6E0E}"/>
    <dgm:cxn modelId="{C2E0342B-03C2-4A39-93A9-F4DC6170959C}" srcId="{554CB410-FEB8-4D15-B652-D718288D26C2}" destId="{CCA36D9C-DA7C-4D48-A915-80872F1E5B7D}" srcOrd="4" destOrd="0" parTransId="{FBA7DFF0-6EE1-41C3-B162-EAEDF67988A4}" sibTransId="{0D2962B3-8F91-4F9F-935F-097477A63D46}"/>
    <dgm:cxn modelId="{B4DD823A-FDD9-413E-AF8A-634217784F97}" srcId="{34DF17F9-56A4-4677-B890-F7B0F3E04F7A}" destId="{31458701-95AF-4DAE-B3EA-04F913789B05}" srcOrd="2" destOrd="0" parTransId="{A444BB4F-E902-490F-9D07-FE5B21B6B447}" sibTransId="{593D4DF0-4BDF-438E-859C-EE839C5921AF}"/>
    <dgm:cxn modelId="{7CA5663C-B7CE-4F0D-A856-78FB565C948B}" type="presOf" srcId="{4A143ACD-E28D-4520-B3AC-835F11ABF68A}" destId="{0C9BE939-6808-4DD8-A7D2-FA0ED14BD063}" srcOrd="0" destOrd="1" presId="urn:microsoft.com/office/officeart/2005/8/layout/process3"/>
    <dgm:cxn modelId="{38DAEC3C-80D3-46E0-AC98-9E8AD4D90AC5}" srcId="{49291036-9A1B-4C71-BED8-E389320029D0}" destId="{4A143ACD-E28D-4520-B3AC-835F11ABF68A}" srcOrd="1" destOrd="0" parTransId="{1941D895-1793-444F-94DF-D2E6BCD3DFAA}" sibTransId="{A596F0C0-068C-4851-AEAD-104F225CC22C}"/>
    <dgm:cxn modelId="{427AA93E-3844-43BC-858B-2046835CAFD7}" type="presOf" srcId="{49291036-9A1B-4C71-BED8-E389320029D0}" destId="{3A01B215-130B-4BAD-B81E-1CABFF7F2E7A}" srcOrd="0" destOrd="0" presId="urn:microsoft.com/office/officeart/2005/8/layout/process3"/>
    <dgm:cxn modelId="{EB2DA441-8855-47E2-A745-C26D1140FA70}" type="presOf" srcId="{CCA36D9C-DA7C-4D48-A915-80872F1E5B7D}" destId="{F0C2E368-94CC-44BD-8393-C31B53600D47}" srcOrd="0" destOrd="4" presId="urn:microsoft.com/office/officeart/2005/8/layout/process3"/>
    <dgm:cxn modelId="{89E9DD62-58E6-410A-B05B-067937E13403}" srcId="{31458701-95AF-4DAE-B3EA-04F913789B05}" destId="{E5EE9251-C084-4C14-91D2-DCFC62D60CE5}" srcOrd="2" destOrd="0" parTransId="{3A579F18-62CD-4606-B995-13FB593AD555}" sibTransId="{D64DF6AB-8C03-438F-83A0-FF8CFEC0E5EA}"/>
    <dgm:cxn modelId="{478A4863-9036-41EA-92A8-F399E20ACEA2}" srcId="{34DF17F9-56A4-4677-B890-F7B0F3E04F7A}" destId="{554CB410-FEB8-4D15-B652-D718288D26C2}" srcOrd="1" destOrd="0" parTransId="{CCA4288E-55DA-47C7-BA82-617A566DCC60}" sibTransId="{9F6DC86E-0364-429D-AE42-E415C97F4827}"/>
    <dgm:cxn modelId="{2DE79F70-EE3D-4083-BAE5-16685BCF4C2E}" type="presOf" srcId="{D4E8E11B-DCB6-40F5-9329-6EEA7847BA4E}" destId="{F0C2E368-94CC-44BD-8393-C31B53600D47}" srcOrd="0" destOrd="0" presId="urn:microsoft.com/office/officeart/2005/8/layout/process3"/>
    <dgm:cxn modelId="{9F8B2155-250B-4D08-B0C9-0933FB5CC8A0}" type="presOf" srcId="{31458701-95AF-4DAE-B3EA-04F913789B05}" destId="{4B3CC0BD-91E7-49EE-AAB7-2A998DF2B70B}" srcOrd="0" destOrd="0" presId="urn:microsoft.com/office/officeart/2005/8/layout/process3"/>
    <dgm:cxn modelId="{E5143481-6A51-446C-8694-75FB075DC800}" type="presOf" srcId="{554CB410-FEB8-4D15-B652-D718288D26C2}" destId="{277F7CF0-DB15-495D-8BDC-F2E1326E89AB}" srcOrd="1" destOrd="0" presId="urn:microsoft.com/office/officeart/2005/8/layout/process3"/>
    <dgm:cxn modelId="{7911DF81-E646-49F6-A65F-82B1D78354FA}" type="presOf" srcId="{9F6DC86E-0364-429D-AE42-E415C97F4827}" destId="{52019126-E811-4A01-B889-3848B1D50C74}" srcOrd="0" destOrd="0" presId="urn:microsoft.com/office/officeart/2005/8/layout/process3"/>
    <dgm:cxn modelId="{480F3E90-B9A7-4C20-8756-B6E77A7E398B}" srcId="{49291036-9A1B-4C71-BED8-E389320029D0}" destId="{6ECB0B72-AEB8-4FE1-A763-9F0623A1BF1B}" srcOrd="3" destOrd="0" parTransId="{F70632BB-AB94-4C17-9EB6-36B955049440}" sibTransId="{8537BF0E-FF45-4C47-A4CB-B9E3737E4ED4}"/>
    <dgm:cxn modelId="{33B22195-5E14-43F0-AE07-2FC0D23ED416}" type="presOf" srcId="{65B7B20D-1D5C-4788-8DB0-161E2E7722CB}" destId="{0C9BE939-6808-4DD8-A7D2-FA0ED14BD063}" srcOrd="0" destOrd="0" presId="urn:microsoft.com/office/officeart/2005/8/layout/process3"/>
    <dgm:cxn modelId="{51F0C796-B074-4FEA-883E-24DA7B27326A}" type="presOf" srcId="{62560178-945A-4323-9C26-2EBFF0BA6E0E}" destId="{66664E91-D6BD-471B-B317-812DC3D122A5}" srcOrd="0" destOrd="0" presId="urn:microsoft.com/office/officeart/2005/8/layout/process3"/>
    <dgm:cxn modelId="{2B7E669A-1278-49AF-A03B-74AB478FDBCD}" type="presOf" srcId="{31458701-95AF-4DAE-B3EA-04F913789B05}" destId="{F3A9188F-FBF1-4747-9BCB-E2936A0D1DAA}" srcOrd="1" destOrd="0" presId="urn:microsoft.com/office/officeart/2005/8/layout/process3"/>
    <dgm:cxn modelId="{A492E7A2-3979-476F-9462-4F5DF1182B39}" srcId="{554CB410-FEB8-4D15-B652-D718288D26C2}" destId="{47C39031-5570-4B07-8B34-7030121FF749}" srcOrd="3" destOrd="0" parTransId="{2B5CFB7C-4DA1-462B-9493-BB20EB366C8A}" sibTransId="{CE13F7AE-ED74-4D37-98C8-D463415A596C}"/>
    <dgm:cxn modelId="{F8B223A3-C1FC-4E77-B5CD-FE682467FCA8}" type="presOf" srcId="{554CB410-FEB8-4D15-B652-D718288D26C2}" destId="{9CF9F06D-943B-44A2-8995-358572D4CC3F}" srcOrd="0" destOrd="0" presId="urn:microsoft.com/office/officeart/2005/8/layout/process3"/>
    <dgm:cxn modelId="{AF3AA6A3-0E3E-4952-B9E1-E1E4F1ECB24D}" type="presOf" srcId="{9F6DC86E-0364-429D-AE42-E415C97F4827}" destId="{D50861F4-D667-42B5-88DC-A47BA595793F}" srcOrd="1" destOrd="0" presId="urn:microsoft.com/office/officeart/2005/8/layout/process3"/>
    <dgm:cxn modelId="{54F854A7-189C-4581-91B4-3A3F2733E56E}" type="presOf" srcId="{49291036-9A1B-4C71-BED8-E389320029D0}" destId="{BA1E28C9-29FA-41A2-A4A3-94222025A3C4}" srcOrd="1" destOrd="0" presId="urn:microsoft.com/office/officeart/2005/8/layout/process3"/>
    <dgm:cxn modelId="{06845DBA-7402-4BB2-9302-BF9D4B3020C1}" type="presOf" srcId="{3DC9C727-C394-41A4-8788-975EF51C6CBD}" destId="{F0C2E368-94CC-44BD-8393-C31B53600D47}" srcOrd="0" destOrd="2" presId="urn:microsoft.com/office/officeart/2005/8/layout/process3"/>
    <dgm:cxn modelId="{CFEA00C8-C207-48CC-A673-B7923902BCF6}" type="presOf" srcId="{34DF17F9-56A4-4677-B890-F7B0F3E04F7A}" destId="{48FFA8BF-543E-4623-8A34-D778793ED3E7}" srcOrd="0" destOrd="0" presId="urn:microsoft.com/office/officeart/2005/8/layout/process3"/>
    <dgm:cxn modelId="{C627D4CA-8633-491A-84A4-24A3F0C3BF2C}" type="presOf" srcId="{E5EE9251-C084-4C14-91D2-DCFC62D60CE5}" destId="{E9AEA71D-59B5-4D43-90F2-2BB124371A01}" srcOrd="0" destOrd="2" presId="urn:microsoft.com/office/officeart/2005/8/layout/process3"/>
    <dgm:cxn modelId="{8A7D63CB-350C-4177-BF5F-9DBBD443F3E5}" srcId="{31458701-95AF-4DAE-B3EA-04F913789B05}" destId="{9F9F25D7-220D-4137-9387-3D01DCDD6B6F}" srcOrd="1" destOrd="0" parTransId="{0FEE5076-BD3F-48D3-A5EC-76C304F27FCD}" sibTransId="{1DCB0FFB-608D-4A8A-8033-F284949D0F4E}"/>
    <dgm:cxn modelId="{59A8E2D1-BEEA-471B-9B7E-E160DEAB6C80}" srcId="{554CB410-FEB8-4D15-B652-D718288D26C2}" destId="{D4E8E11B-DCB6-40F5-9329-6EEA7847BA4E}" srcOrd="0" destOrd="0" parTransId="{9A394753-012C-4029-AEC6-BB44ECFA3BBE}" sibTransId="{83A0EC27-BBAD-4639-8552-F9584C220DF7}"/>
    <dgm:cxn modelId="{0C6EC4D3-A5A7-4B8F-9AA0-6D27416192F0}" srcId="{554CB410-FEB8-4D15-B652-D718288D26C2}" destId="{0969190C-4792-455F-8BB9-DB68C2318CAA}" srcOrd="1" destOrd="0" parTransId="{93197C5D-2A02-4D85-845F-532F079F1F73}" sibTransId="{6EA8AB40-EFFE-42EA-BB28-938634603371}"/>
    <dgm:cxn modelId="{2723D8DF-616D-4285-928D-90D02D4C162D}" type="presOf" srcId="{62560178-945A-4323-9C26-2EBFF0BA6E0E}" destId="{BCA00384-C2F5-4B02-B13C-2EB59BBA6FA9}" srcOrd="1" destOrd="0" presId="urn:microsoft.com/office/officeart/2005/8/layout/process3"/>
    <dgm:cxn modelId="{AB8B05E2-B804-43A8-A2EE-11ABF48EB1AB}" srcId="{31458701-95AF-4DAE-B3EA-04F913789B05}" destId="{25119FEB-72BA-4FA2-88F6-E319BBE28CBA}" srcOrd="0" destOrd="0" parTransId="{79C0D4CB-8340-43F4-8EED-18ED69C8BC4C}" sibTransId="{81C8D7DE-D250-4B04-B57E-E5ECA7748E6E}"/>
    <dgm:cxn modelId="{3F7EF8E4-8389-4032-90C0-EE518DF1F2FC}" type="presOf" srcId="{25119FEB-72BA-4FA2-88F6-E319BBE28CBA}" destId="{E9AEA71D-59B5-4D43-90F2-2BB124371A01}" srcOrd="0" destOrd="0" presId="urn:microsoft.com/office/officeart/2005/8/layout/process3"/>
    <dgm:cxn modelId="{C0ABCBE8-657A-4A4F-BB6F-DC2B46DAFE7C}" type="presOf" srcId="{0969190C-4792-455F-8BB9-DB68C2318CAA}" destId="{F0C2E368-94CC-44BD-8393-C31B53600D47}" srcOrd="0" destOrd="1" presId="urn:microsoft.com/office/officeart/2005/8/layout/process3"/>
    <dgm:cxn modelId="{3E371CEF-4BA0-49DF-A57E-E2E33F85D4FC}" srcId="{49291036-9A1B-4C71-BED8-E389320029D0}" destId="{905FAB43-4F7A-4588-AB6A-88E00EECD3DD}" srcOrd="2" destOrd="0" parTransId="{32823B88-8381-4CDD-9CC6-15BDC1DFE1A8}" sibTransId="{9A7C65C1-8517-43F5-BBEC-183A10E2CCA4}"/>
    <dgm:cxn modelId="{097CD0F0-0B28-458A-941D-04D1E9B18EF1}" srcId="{554CB410-FEB8-4D15-B652-D718288D26C2}" destId="{3DC9C727-C394-41A4-8788-975EF51C6CBD}" srcOrd="2" destOrd="0" parTransId="{4F3757C8-93EF-45B8-BB3E-8AAB520DF052}" sibTransId="{6619A208-1A25-4C92-BC90-BC2E74F59A7E}"/>
    <dgm:cxn modelId="{C715EC82-327E-4E7A-96E9-231B132B6F20}" type="presParOf" srcId="{48FFA8BF-543E-4623-8A34-D778793ED3E7}" destId="{F56E4283-B9D9-4409-A159-F84952845677}" srcOrd="0" destOrd="0" presId="urn:microsoft.com/office/officeart/2005/8/layout/process3"/>
    <dgm:cxn modelId="{DB115BAD-5781-4A9A-9FEE-C65393A43F92}" type="presParOf" srcId="{F56E4283-B9D9-4409-A159-F84952845677}" destId="{3A01B215-130B-4BAD-B81E-1CABFF7F2E7A}" srcOrd="0" destOrd="0" presId="urn:microsoft.com/office/officeart/2005/8/layout/process3"/>
    <dgm:cxn modelId="{30516B3B-EDE2-440D-AD1A-545CDC16B6BB}" type="presParOf" srcId="{F56E4283-B9D9-4409-A159-F84952845677}" destId="{BA1E28C9-29FA-41A2-A4A3-94222025A3C4}" srcOrd="1" destOrd="0" presId="urn:microsoft.com/office/officeart/2005/8/layout/process3"/>
    <dgm:cxn modelId="{957A3709-F37F-4D83-9A36-9F712EA81F81}" type="presParOf" srcId="{F56E4283-B9D9-4409-A159-F84952845677}" destId="{0C9BE939-6808-4DD8-A7D2-FA0ED14BD063}" srcOrd="2" destOrd="0" presId="urn:microsoft.com/office/officeart/2005/8/layout/process3"/>
    <dgm:cxn modelId="{4299E7FD-5B4B-40D8-A83C-23A8AF7B177A}" type="presParOf" srcId="{48FFA8BF-543E-4623-8A34-D778793ED3E7}" destId="{66664E91-D6BD-471B-B317-812DC3D122A5}" srcOrd="1" destOrd="0" presId="urn:microsoft.com/office/officeart/2005/8/layout/process3"/>
    <dgm:cxn modelId="{6533306E-9BCB-47A1-A5CD-F3237F91BBB5}" type="presParOf" srcId="{66664E91-D6BD-471B-B317-812DC3D122A5}" destId="{BCA00384-C2F5-4B02-B13C-2EB59BBA6FA9}" srcOrd="0" destOrd="0" presId="urn:microsoft.com/office/officeart/2005/8/layout/process3"/>
    <dgm:cxn modelId="{45D09F82-817F-40EA-894F-E26549B0039F}" type="presParOf" srcId="{48FFA8BF-543E-4623-8A34-D778793ED3E7}" destId="{284FD8EF-2F9F-4E8F-BB9E-07763CCDCE9B}" srcOrd="2" destOrd="0" presId="urn:microsoft.com/office/officeart/2005/8/layout/process3"/>
    <dgm:cxn modelId="{191A1BAE-7E60-4719-9587-30117C81284B}" type="presParOf" srcId="{284FD8EF-2F9F-4E8F-BB9E-07763CCDCE9B}" destId="{9CF9F06D-943B-44A2-8995-358572D4CC3F}" srcOrd="0" destOrd="0" presId="urn:microsoft.com/office/officeart/2005/8/layout/process3"/>
    <dgm:cxn modelId="{6F351D5F-6D4A-45D3-AF03-684F71B01A1D}" type="presParOf" srcId="{284FD8EF-2F9F-4E8F-BB9E-07763CCDCE9B}" destId="{277F7CF0-DB15-495D-8BDC-F2E1326E89AB}" srcOrd="1" destOrd="0" presId="urn:microsoft.com/office/officeart/2005/8/layout/process3"/>
    <dgm:cxn modelId="{54D551DC-F1B4-4915-8F0F-746EA753E628}" type="presParOf" srcId="{284FD8EF-2F9F-4E8F-BB9E-07763CCDCE9B}" destId="{F0C2E368-94CC-44BD-8393-C31B53600D47}" srcOrd="2" destOrd="0" presId="urn:microsoft.com/office/officeart/2005/8/layout/process3"/>
    <dgm:cxn modelId="{201DF086-3A63-4461-A560-CC36BFB951B1}" type="presParOf" srcId="{48FFA8BF-543E-4623-8A34-D778793ED3E7}" destId="{52019126-E811-4A01-B889-3848B1D50C74}" srcOrd="3" destOrd="0" presId="urn:microsoft.com/office/officeart/2005/8/layout/process3"/>
    <dgm:cxn modelId="{3ED7DBD1-9803-4CCF-80C8-D33A8CF3CA06}" type="presParOf" srcId="{52019126-E811-4A01-B889-3848B1D50C74}" destId="{D50861F4-D667-42B5-88DC-A47BA595793F}" srcOrd="0" destOrd="0" presId="urn:microsoft.com/office/officeart/2005/8/layout/process3"/>
    <dgm:cxn modelId="{18F842EA-532E-41F1-A7D1-34C4F1C5ECFF}" type="presParOf" srcId="{48FFA8BF-543E-4623-8A34-D778793ED3E7}" destId="{8A1B4F96-9610-40FE-B030-B5A154B0610D}" srcOrd="4" destOrd="0" presId="urn:microsoft.com/office/officeart/2005/8/layout/process3"/>
    <dgm:cxn modelId="{65C019D9-02A6-4D3A-8001-918BCD913DF0}" type="presParOf" srcId="{8A1B4F96-9610-40FE-B030-B5A154B0610D}" destId="{4B3CC0BD-91E7-49EE-AAB7-2A998DF2B70B}" srcOrd="0" destOrd="0" presId="urn:microsoft.com/office/officeart/2005/8/layout/process3"/>
    <dgm:cxn modelId="{8665AA81-3E4D-4CCD-B29E-69C79658A166}" type="presParOf" srcId="{8A1B4F96-9610-40FE-B030-B5A154B0610D}" destId="{F3A9188F-FBF1-4747-9BCB-E2936A0D1DAA}" srcOrd="1" destOrd="0" presId="urn:microsoft.com/office/officeart/2005/8/layout/process3"/>
    <dgm:cxn modelId="{BDDCBD86-4677-4278-BB97-73C49A545743}" type="presParOf" srcId="{8A1B4F96-9610-40FE-B030-B5A154B0610D}" destId="{E9AEA71D-59B5-4D43-90F2-2BB124371A0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28F6D-927B-42D6-9242-61520DB797AD}">
      <dsp:nvSpPr>
        <dsp:cNvPr id="0" name=""/>
        <dsp:cNvSpPr/>
      </dsp:nvSpPr>
      <dsp:spPr>
        <a:xfrm>
          <a:off x="-5192675" y="-795395"/>
          <a:ext cx="6183787" cy="6183787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CB4310-38E9-4AD3-BBBB-48FBD20F1AF0}">
      <dsp:nvSpPr>
        <dsp:cNvPr id="0" name=""/>
        <dsp:cNvSpPr/>
      </dsp:nvSpPr>
      <dsp:spPr>
        <a:xfrm>
          <a:off x="637507" y="459299"/>
          <a:ext cx="4154572" cy="9185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9138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800" kern="1200" dirty="0"/>
            <a:t>Plan</a:t>
          </a:r>
        </a:p>
      </dsp:txBody>
      <dsp:txXfrm>
        <a:off x="637507" y="459299"/>
        <a:ext cx="4154572" cy="918599"/>
      </dsp:txXfrm>
    </dsp:sp>
    <dsp:sp modelId="{7F657C7A-6E93-4832-B5B5-A244EB04F1D4}">
      <dsp:nvSpPr>
        <dsp:cNvPr id="0" name=""/>
        <dsp:cNvSpPr/>
      </dsp:nvSpPr>
      <dsp:spPr>
        <a:xfrm>
          <a:off x="63383" y="344474"/>
          <a:ext cx="1148249" cy="114824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E79DC80-83D5-4B19-B26B-D2EEFBB6AD4A}">
      <dsp:nvSpPr>
        <dsp:cNvPr id="0" name=""/>
        <dsp:cNvSpPr/>
      </dsp:nvSpPr>
      <dsp:spPr>
        <a:xfrm>
          <a:off x="971418" y="1837198"/>
          <a:ext cx="3820661" cy="9185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9138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800" kern="1200" dirty="0" err="1"/>
            <a:t>Support</a:t>
          </a:r>
          <a:endParaRPr lang="pl-PL" sz="4800" kern="1200" dirty="0"/>
        </a:p>
      </dsp:txBody>
      <dsp:txXfrm>
        <a:off x="971418" y="1837198"/>
        <a:ext cx="3820661" cy="918599"/>
      </dsp:txXfrm>
    </dsp:sp>
    <dsp:sp modelId="{EEC8136E-47C3-4B1D-B617-CDE8A80E98AE}">
      <dsp:nvSpPr>
        <dsp:cNvPr id="0" name=""/>
        <dsp:cNvSpPr/>
      </dsp:nvSpPr>
      <dsp:spPr>
        <a:xfrm>
          <a:off x="397294" y="1722373"/>
          <a:ext cx="1148249" cy="114824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2E215B7A-CEBC-4089-9A4E-D1C7AA8958F9}">
      <dsp:nvSpPr>
        <dsp:cNvPr id="0" name=""/>
        <dsp:cNvSpPr/>
      </dsp:nvSpPr>
      <dsp:spPr>
        <a:xfrm>
          <a:off x="637507" y="3215097"/>
          <a:ext cx="4154572" cy="9185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9138" tIns="121920" rIns="121920" bIns="12192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800" kern="1200" dirty="0"/>
            <a:t>Engagement</a:t>
          </a:r>
        </a:p>
      </dsp:txBody>
      <dsp:txXfrm>
        <a:off x="637507" y="3215097"/>
        <a:ext cx="4154572" cy="918599"/>
      </dsp:txXfrm>
    </dsp:sp>
    <dsp:sp modelId="{2A62DE16-0B15-477B-9E2F-27C0BA56FE8B}">
      <dsp:nvSpPr>
        <dsp:cNvPr id="0" name=""/>
        <dsp:cNvSpPr/>
      </dsp:nvSpPr>
      <dsp:spPr>
        <a:xfrm>
          <a:off x="63383" y="3100272"/>
          <a:ext cx="1148249" cy="114824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79749-BE18-4ACD-AF23-0E4295DEFE47}">
      <dsp:nvSpPr>
        <dsp:cNvPr id="0" name=""/>
        <dsp:cNvSpPr/>
      </dsp:nvSpPr>
      <dsp:spPr>
        <a:xfrm>
          <a:off x="9555" y="0"/>
          <a:ext cx="2856080" cy="17018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 err="1"/>
            <a:t>rising</a:t>
          </a:r>
          <a:r>
            <a:rPr lang="pl-PL" sz="2800" kern="1200" dirty="0"/>
            <a:t> </a:t>
          </a:r>
          <a:r>
            <a:rPr lang="pl-PL" sz="2800" kern="1200" dirty="0" err="1"/>
            <a:t>churn</a:t>
          </a:r>
          <a:endParaRPr lang="pl-PL" sz="2800" kern="1200" dirty="0"/>
        </a:p>
      </dsp:txBody>
      <dsp:txXfrm>
        <a:off x="59399" y="49844"/>
        <a:ext cx="2756392" cy="1602121"/>
      </dsp:txXfrm>
    </dsp:sp>
    <dsp:sp modelId="{37F6880E-15FB-4ACA-97DB-BEFDF2F5C8E7}">
      <dsp:nvSpPr>
        <dsp:cNvPr id="0" name=""/>
        <dsp:cNvSpPr/>
      </dsp:nvSpPr>
      <dsp:spPr>
        <a:xfrm>
          <a:off x="3151243" y="496750"/>
          <a:ext cx="605488" cy="70830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2000" kern="1200"/>
        </a:p>
      </dsp:txBody>
      <dsp:txXfrm>
        <a:off x="3151243" y="638411"/>
        <a:ext cx="423842" cy="424985"/>
      </dsp:txXfrm>
    </dsp:sp>
    <dsp:sp modelId="{392967FD-063D-4D3B-8B70-AB1D0F0763D9}">
      <dsp:nvSpPr>
        <dsp:cNvPr id="0" name=""/>
        <dsp:cNvSpPr/>
      </dsp:nvSpPr>
      <dsp:spPr>
        <a:xfrm>
          <a:off x="4008067" y="0"/>
          <a:ext cx="2856080" cy="17018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272799"/>
                <a:satOff val="-28446"/>
                <a:lumOff val="1911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272799"/>
                <a:satOff val="-28446"/>
                <a:lumOff val="1911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272799"/>
                <a:satOff val="-28446"/>
                <a:lumOff val="1911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 err="1"/>
            <a:t>pressure</a:t>
          </a:r>
          <a:r>
            <a:rPr lang="pl-PL" sz="2800" kern="1200" dirty="0"/>
            <a:t> on marketing/ </a:t>
          </a:r>
          <a:r>
            <a:rPr lang="pl-PL" sz="2800" kern="1200" dirty="0" err="1"/>
            <a:t>product</a:t>
          </a:r>
          <a:endParaRPr lang="pl-PL" sz="2800" kern="1200" dirty="0"/>
        </a:p>
      </dsp:txBody>
      <dsp:txXfrm>
        <a:off x="4057911" y="49844"/>
        <a:ext cx="2756392" cy="1602121"/>
      </dsp:txXfrm>
    </dsp:sp>
    <dsp:sp modelId="{04694C1E-B1B7-4882-92DE-FE8181E9EA6F}">
      <dsp:nvSpPr>
        <dsp:cNvPr id="0" name=""/>
        <dsp:cNvSpPr/>
      </dsp:nvSpPr>
      <dsp:spPr>
        <a:xfrm>
          <a:off x="7149756" y="496750"/>
          <a:ext cx="605488" cy="70830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545439"/>
                <a:satOff val="-56168"/>
                <a:lumOff val="3661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90000"/>
                <a:hueOff val="545439"/>
                <a:satOff val="-56168"/>
                <a:lumOff val="3661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90000"/>
                <a:hueOff val="545439"/>
                <a:satOff val="-56168"/>
                <a:lumOff val="3661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2000" kern="1200"/>
        </a:p>
      </dsp:txBody>
      <dsp:txXfrm>
        <a:off x="7149756" y="638411"/>
        <a:ext cx="423842" cy="424985"/>
      </dsp:txXfrm>
    </dsp:sp>
    <dsp:sp modelId="{B5BA4B95-A99E-4165-A93C-E76566E8D805}">
      <dsp:nvSpPr>
        <dsp:cNvPr id="0" name=""/>
        <dsp:cNvSpPr/>
      </dsp:nvSpPr>
      <dsp:spPr>
        <a:xfrm>
          <a:off x="8006580" y="0"/>
          <a:ext cx="2856080" cy="17018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 err="1"/>
            <a:t>need</a:t>
          </a:r>
          <a:r>
            <a:rPr lang="pl-PL" sz="2800" kern="1200" dirty="0"/>
            <a:t> </a:t>
          </a:r>
          <a:r>
            <a:rPr lang="pl-PL" sz="2800" kern="1200" dirty="0" err="1"/>
            <a:t>actionable</a:t>
          </a:r>
          <a:r>
            <a:rPr lang="pl-PL" sz="2800" kern="1200" dirty="0"/>
            <a:t> </a:t>
          </a:r>
          <a:r>
            <a:rPr lang="pl-PL" sz="2800" kern="1200" dirty="0" err="1"/>
            <a:t>insights</a:t>
          </a:r>
          <a:endParaRPr lang="pl-PL" sz="2800" kern="1200" dirty="0"/>
        </a:p>
      </dsp:txBody>
      <dsp:txXfrm>
        <a:off x="8056424" y="49844"/>
        <a:ext cx="2756392" cy="16021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50AD51-D9F7-4AE3-ABAE-A48837B2EB11}">
      <dsp:nvSpPr>
        <dsp:cNvPr id="0" name=""/>
        <dsp:cNvSpPr/>
      </dsp:nvSpPr>
      <dsp:spPr>
        <a:xfrm>
          <a:off x="3033518" y="2177627"/>
          <a:ext cx="606051" cy="1303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3025" y="0"/>
              </a:lnTo>
              <a:lnTo>
                <a:pt x="303025" y="1303011"/>
              </a:lnTo>
              <a:lnTo>
                <a:pt x="606051" y="130301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31892A-395E-4A9C-B2C8-6B721A3C834D}">
      <dsp:nvSpPr>
        <dsp:cNvPr id="0" name=""/>
        <dsp:cNvSpPr/>
      </dsp:nvSpPr>
      <dsp:spPr>
        <a:xfrm>
          <a:off x="3033518" y="2131907"/>
          <a:ext cx="60605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6051" y="457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B2135C-7E0D-46A3-8E2E-C4C44F7D8540}">
      <dsp:nvSpPr>
        <dsp:cNvPr id="0" name=""/>
        <dsp:cNvSpPr/>
      </dsp:nvSpPr>
      <dsp:spPr>
        <a:xfrm>
          <a:off x="3033518" y="874615"/>
          <a:ext cx="606051" cy="1303011"/>
        </a:xfrm>
        <a:custGeom>
          <a:avLst/>
          <a:gdLst/>
          <a:ahLst/>
          <a:cxnLst/>
          <a:rect l="0" t="0" r="0" b="0"/>
          <a:pathLst>
            <a:path>
              <a:moveTo>
                <a:pt x="0" y="1303011"/>
              </a:moveTo>
              <a:lnTo>
                <a:pt x="303025" y="1303011"/>
              </a:lnTo>
              <a:lnTo>
                <a:pt x="303025" y="0"/>
              </a:lnTo>
              <a:lnTo>
                <a:pt x="606051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D4669C-9241-4251-89C3-CC800D3029E1}">
      <dsp:nvSpPr>
        <dsp:cNvPr id="0" name=""/>
        <dsp:cNvSpPr/>
      </dsp:nvSpPr>
      <dsp:spPr>
        <a:xfrm>
          <a:off x="3258" y="1426464"/>
          <a:ext cx="3030259" cy="15023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kern="1200" dirty="0" err="1"/>
            <a:t>Integrated</a:t>
          </a:r>
          <a:r>
            <a:rPr lang="pl-PL" sz="2000" b="1" kern="1200" dirty="0"/>
            <a:t> </a:t>
          </a:r>
          <a:r>
            <a:rPr lang="pl-PL" sz="2000" b="1" kern="1200" dirty="0" err="1"/>
            <a:t>customer-level</a:t>
          </a:r>
          <a:r>
            <a:rPr lang="pl-PL" sz="2000" b="1" kern="1200" dirty="0"/>
            <a:t> </a:t>
          </a:r>
          <a:r>
            <a:rPr lang="pl-PL" sz="2000" b="1" kern="1200" dirty="0" err="1"/>
            <a:t>dataset</a:t>
          </a:r>
          <a:br>
            <a:rPr lang="pl-PL" sz="2000" kern="1200" dirty="0"/>
          </a:br>
          <a:r>
            <a:rPr lang="pl-PL" sz="2000" b="0" kern="1200" dirty="0"/>
            <a:t>400 </a:t>
          </a:r>
          <a:r>
            <a:rPr lang="pl-PL" sz="2000" b="0" kern="1200" dirty="0" err="1"/>
            <a:t>customers</a:t>
          </a:r>
          <a:r>
            <a:rPr lang="pl-PL" sz="2000" b="0" kern="1200" dirty="0"/>
            <a:t>, 22 </a:t>
          </a:r>
          <a:r>
            <a:rPr lang="pl-PL" sz="2000" b="0" kern="1200" dirty="0" err="1"/>
            <a:t>columns</a:t>
          </a:r>
          <a:endParaRPr lang="pl-PL" sz="2000" b="0" kern="1200" dirty="0"/>
        </a:p>
      </dsp:txBody>
      <dsp:txXfrm>
        <a:off x="3258" y="1426464"/>
        <a:ext cx="3030259" cy="1502325"/>
      </dsp:txXfrm>
    </dsp:sp>
    <dsp:sp modelId="{ED41952B-2346-49A0-8E20-65CD2C2B3459}">
      <dsp:nvSpPr>
        <dsp:cNvPr id="0" name=""/>
        <dsp:cNvSpPr/>
      </dsp:nvSpPr>
      <dsp:spPr>
        <a:xfrm>
          <a:off x="3639569" y="412500"/>
          <a:ext cx="3030259" cy="92422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kern="1200" dirty="0" err="1"/>
            <a:t>Account</a:t>
          </a:r>
          <a:r>
            <a:rPr lang="pl-PL" sz="2000" b="1" kern="1200" dirty="0"/>
            <a:t> </a:t>
          </a:r>
          <a:r>
            <a:rPr lang="pl-PL" sz="2000" b="1" kern="1200" dirty="0" err="1"/>
            <a:t>information</a:t>
          </a:r>
          <a:r>
            <a:rPr lang="pl-PL" sz="2000" b="1" kern="1200" dirty="0"/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400 </a:t>
          </a:r>
          <a:r>
            <a:rPr lang="pl-PL" sz="2000" kern="1200" dirty="0" err="1"/>
            <a:t>customers</a:t>
          </a:r>
          <a:endParaRPr lang="pl-PL" sz="2000" kern="1200" dirty="0"/>
        </a:p>
      </dsp:txBody>
      <dsp:txXfrm>
        <a:off x="3639569" y="412500"/>
        <a:ext cx="3030259" cy="924229"/>
      </dsp:txXfrm>
    </dsp:sp>
    <dsp:sp modelId="{EB27F118-840A-442D-BA6C-B65B027A14AE}">
      <dsp:nvSpPr>
        <dsp:cNvPr id="0" name=""/>
        <dsp:cNvSpPr/>
      </dsp:nvSpPr>
      <dsp:spPr>
        <a:xfrm>
          <a:off x="3639569" y="1715512"/>
          <a:ext cx="3030259" cy="92422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kern="1200" dirty="0" err="1"/>
            <a:t>Customer</a:t>
          </a:r>
          <a:r>
            <a:rPr lang="pl-PL" sz="2000" b="1" kern="1200" dirty="0"/>
            <a:t> </a:t>
          </a:r>
          <a:r>
            <a:rPr lang="pl-PL" sz="2000" b="1" kern="1200" dirty="0" err="1"/>
            <a:t>support</a:t>
          </a:r>
          <a:r>
            <a:rPr lang="pl-PL" sz="2000" b="1" kern="1200" dirty="0"/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918 </a:t>
          </a:r>
          <a:r>
            <a:rPr lang="pl-PL" sz="2000" kern="1200" dirty="0" err="1"/>
            <a:t>support</a:t>
          </a:r>
          <a:r>
            <a:rPr lang="pl-PL" sz="2000" kern="1200" dirty="0"/>
            <a:t> </a:t>
          </a:r>
          <a:r>
            <a:rPr lang="pl-PL" sz="2000" kern="1200" dirty="0" err="1"/>
            <a:t>tickets</a:t>
          </a:r>
          <a:endParaRPr lang="pl-PL" sz="2000" kern="1200" dirty="0"/>
        </a:p>
      </dsp:txBody>
      <dsp:txXfrm>
        <a:off x="3639569" y="1715512"/>
        <a:ext cx="3030259" cy="924229"/>
      </dsp:txXfrm>
    </dsp:sp>
    <dsp:sp modelId="{1A3A24F6-CFEA-48C5-9F3D-7F483849C866}">
      <dsp:nvSpPr>
        <dsp:cNvPr id="0" name=""/>
        <dsp:cNvSpPr/>
      </dsp:nvSpPr>
      <dsp:spPr>
        <a:xfrm>
          <a:off x="3639569" y="3018524"/>
          <a:ext cx="3030259" cy="92422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b="1" kern="1200" dirty="0"/>
            <a:t>User </a:t>
          </a:r>
          <a:r>
            <a:rPr lang="pl-PL" sz="2000" b="1" kern="1200" dirty="0" err="1"/>
            <a:t>activity</a:t>
          </a:r>
          <a:r>
            <a:rPr lang="pl-PL" sz="2000" b="1" kern="1200" dirty="0"/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445 </a:t>
          </a:r>
          <a:r>
            <a:rPr lang="pl-PL" sz="2000" kern="1200" dirty="0" err="1"/>
            <a:t>events</a:t>
          </a:r>
          <a:endParaRPr lang="pl-PL" sz="2000" kern="1200" dirty="0"/>
        </a:p>
      </dsp:txBody>
      <dsp:txXfrm>
        <a:off x="3639569" y="3018524"/>
        <a:ext cx="3030259" cy="9242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A200D-50E5-44E7-A6E5-B8EEAA577BDA}">
      <dsp:nvSpPr>
        <dsp:cNvPr id="0" name=""/>
        <dsp:cNvSpPr/>
      </dsp:nvSpPr>
      <dsp:spPr>
        <a:xfrm>
          <a:off x="0" y="3228208"/>
          <a:ext cx="3180080" cy="1059569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3. </a:t>
          </a:r>
          <a:r>
            <a:rPr lang="en-US" sz="2000" kern="1200" dirty="0"/>
            <a:t>Aggregation at the customer level</a:t>
          </a:r>
          <a:endParaRPr lang="pl-PL" sz="2000" kern="1200" dirty="0"/>
        </a:p>
      </dsp:txBody>
      <dsp:txXfrm>
        <a:off x="0" y="3228208"/>
        <a:ext cx="3180080" cy="1059569"/>
      </dsp:txXfrm>
    </dsp:sp>
    <dsp:sp modelId="{D406F614-9754-4C8F-855F-A5620FA7CDC1}">
      <dsp:nvSpPr>
        <dsp:cNvPr id="0" name=""/>
        <dsp:cNvSpPr/>
      </dsp:nvSpPr>
      <dsp:spPr>
        <a:xfrm rot="10800000">
          <a:off x="0" y="1614483"/>
          <a:ext cx="3180080" cy="1629618"/>
        </a:xfrm>
        <a:prstGeom prst="upArrowCallou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2. </a:t>
          </a:r>
          <a:r>
            <a:rPr lang="pl-PL" sz="2000" kern="1200" dirty="0" err="1"/>
            <a:t>Standardization</a:t>
          </a:r>
          <a:r>
            <a:rPr lang="pl-PL" sz="2000" kern="1200" dirty="0"/>
            <a:t> of </a:t>
          </a:r>
          <a:r>
            <a:rPr lang="pl-PL" sz="2000" kern="1200" dirty="0" err="1"/>
            <a:t>customer</a:t>
          </a:r>
          <a:r>
            <a:rPr lang="pl-PL" sz="2000" kern="1200" dirty="0"/>
            <a:t> </a:t>
          </a:r>
          <a:r>
            <a:rPr lang="pl-PL" sz="2000" kern="1200" dirty="0" err="1"/>
            <a:t>identifiers</a:t>
          </a:r>
          <a:endParaRPr lang="pl-PL" sz="2000" kern="1200" dirty="0"/>
        </a:p>
      </dsp:txBody>
      <dsp:txXfrm rot="10800000">
        <a:off x="0" y="1614483"/>
        <a:ext cx="3180080" cy="1058877"/>
      </dsp:txXfrm>
    </dsp:sp>
    <dsp:sp modelId="{7BDB93B5-05DC-461F-800D-B0424F2B48CB}">
      <dsp:nvSpPr>
        <dsp:cNvPr id="0" name=""/>
        <dsp:cNvSpPr/>
      </dsp:nvSpPr>
      <dsp:spPr>
        <a:xfrm rot="10800000">
          <a:off x="0" y="758"/>
          <a:ext cx="3180080" cy="1629618"/>
        </a:xfrm>
        <a:prstGeom prst="upArrowCallou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lumMod val="110000"/>
                <a:satMod val="105000"/>
                <a:tint val="67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lumMod val="105000"/>
                <a:satMod val="103000"/>
                <a:tint val="73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 dirty="0"/>
            <a:t>1. </a:t>
          </a:r>
          <a:r>
            <a:rPr lang="pl-PL" sz="2000" kern="1200" dirty="0" err="1"/>
            <a:t>Validation</a:t>
          </a:r>
          <a:r>
            <a:rPr lang="pl-PL" sz="2000" kern="1200" dirty="0"/>
            <a:t> of </a:t>
          </a:r>
          <a:r>
            <a:rPr lang="pl-PL" sz="2000" kern="1200" dirty="0" err="1"/>
            <a:t>each</a:t>
          </a:r>
          <a:r>
            <a:rPr lang="pl-PL" sz="2000" kern="1200" dirty="0"/>
            <a:t> </a:t>
          </a:r>
          <a:r>
            <a:rPr lang="pl-PL" sz="2000" kern="1200" dirty="0" err="1"/>
            <a:t>column</a:t>
          </a:r>
          <a:endParaRPr lang="pl-PL" sz="2000" kern="1200" dirty="0"/>
        </a:p>
      </dsp:txBody>
      <dsp:txXfrm rot="10800000">
        <a:off x="0" y="758"/>
        <a:ext cx="3180080" cy="10588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ED719-5FBF-4E4C-BE10-C25FCC721E9D}">
      <dsp:nvSpPr>
        <dsp:cNvPr id="0" name=""/>
        <dsp:cNvSpPr/>
      </dsp:nvSpPr>
      <dsp:spPr>
        <a:xfrm>
          <a:off x="185065" y="875167"/>
          <a:ext cx="4441581" cy="1387994"/>
        </a:xfrm>
        <a:prstGeom prst="rect">
          <a:avLst/>
        </a:prstGeom>
        <a:solidFill>
          <a:schemeClr val="lt1">
            <a:alpha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135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b="1" kern="1200" dirty="0" err="1"/>
            <a:t>Support</a:t>
          </a:r>
          <a:r>
            <a:rPr lang="pl-PL" sz="2700" b="1" kern="1200" dirty="0"/>
            <a:t> </a:t>
          </a:r>
          <a:r>
            <a:rPr lang="pl-PL" sz="2700" b="1" kern="1200" dirty="0" err="1"/>
            <a:t>ticket</a:t>
          </a:r>
          <a:r>
            <a:rPr lang="pl-PL" sz="2700" b="1" kern="1200" dirty="0"/>
            <a:t> </a:t>
          </a:r>
          <a:r>
            <a:rPr lang="pl-PL" sz="2700" b="1" kern="1200" dirty="0" err="1"/>
            <a:t>history</a:t>
          </a:r>
          <a:endParaRPr lang="pl-PL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100" kern="1200" dirty="0" err="1"/>
            <a:t>Having</a:t>
          </a:r>
          <a:r>
            <a:rPr lang="pl-PL" sz="2100" kern="1200" dirty="0"/>
            <a:t> a </a:t>
          </a:r>
          <a:r>
            <a:rPr lang="pl-PL" sz="2100" kern="1200" dirty="0" err="1"/>
            <a:t>ticket</a:t>
          </a:r>
          <a:r>
            <a:rPr lang="pl-PL" sz="2100" kern="1200" dirty="0"/>
            <a:t> </a:t>
          </a:r>
          <a:r>
            <a:rPr lang="pl-PL" sz="2100" kern="1200" dirty="0" err="1"/>
            <a:t>alone</a:t>
          </a:r>
          <a:r>
            <a:rPr lang="pl-PL" sz="2100" kern="1200" dirty="0"/>
            <a:t> was not a </a:t>
          </a:r>
          <a:r>
            <a:rPr lang="pl-PL" sz="2100" kern="1200" dirty="0" err="1"/>
            <a:t>clear</a:t>
          </a:r>
          <a:r>
            <a:rPr lang="pl-PL" sz="2100" kern="1200" dirty="0"/>
            <a:t> </a:t>
          </a:r>
          <a:r>
            <a:rPr lang="pl-PL" sz="2100" kern="1200" dirty="0" err="1"/>
            <a:t>signal</a:t>
          </a:r>
          <a:endParaRPr lang="pl-PL" sz="2100" kern="1200" dirty="0"/>
        </a:p>
      </dsp:txBody>
      <dsp:txXfrm>
        <a:off x="185065" y="875167"/>
        <a:ext cx="4441581" cy="1387994"/>
      </dsp:txXfrm>
    </dsp:sp>
    <dsp:sp modelId="{99C6A6B5-65F9-4D71-B9E6-F71B391EE656}">
      <dsp:nvSpPr>
        <dsp:cNvPr id="0" name=""/>
        <dsp:cNvSpPr/>
      </dsp:nvSpPr>
      <dsp:spPr>
        <a:xfrm>
          <a:off x="9" y="760534"/>
          <a:ext cx="971595" cy="145739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698C3B5-A1FE-4322-A5BE-68618DE3AC21}">
      <dsp:nvSpPr>
        <dsp:cNvPr id="0" name=""/>
        <dsp:cNvSpPr/>
      </dsp:nvSpPr>
      <dsp:spPr>
        <a:xfrm>
          <a:off x="185065" y="2966573"/>
          <a:ext cx="4441581" cy="1387994"/>
        </a:xfrm>
        <a:prstGeom prst="rect">
          <a:avLst/>
        </a:prstGeom>
        <a:solidFill>
          <a:schemeClr val="lt1">
            <a:alpha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135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b="1" kern="1200" dirty="0"/>
            <a:t>Resolution </a:t>
          </a:r>
          <a:r>
            <a:rPr lang="pl-PL" sz="2700" b="1" kern="1200" dirty="0" err="1"/>
            <a:t>time</a:t>
          </a:r>
          <a:endParaRPr lang="pl-PL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100" kern="1200" dirty="0" err="1"/>
            <a:t>Churn</a:t>
          </a:r>
          <a:r>
            <a:rPr lang="pl-PL" sz="2100" kern="1200" dirty="0"/>
            <a:t>: </a:t>
          </a:r>
          <a:r>
            <a:rPr lang="pl-PL" sz="2100" b="1" kern="1200" dirty="0"/>
            <a:t>18.69 h</a:t>
          </a:r>
          <a:endParaRPr lang="pl-PL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100" kern="1200" dirty="0"/>
            <a:t>No </a:t>
          </a:r>
          <a:r>
            <a:rPr lang="pl-PL" sz="2100" kern="1200" dirty="0" err="1"/>
            <a:t>Churn</a:t>
          </a:r>
          <a:r>
            <a:rPr lang="pl-PL" sz="2100" kern="1200" dirty="0"/>
            <a:t>: </a:t>
          </a:r>
          <a:r>
            <a:rPr lang="pl-PL" sz="2100" b="1" kern="1200" dirty="0"/>
            <a:t>6.66 h</a:t>
          </a:r>
          <a:endParaRPr lang="pl-PL" sz="2100" kern="1200" dirty="0"/>
        </a:p>
      </dsp:txBody>
      <dsp:txXfrm>
        <a:off x="185065" y="2966573"/>
        <a:ext cx="4441581" cy="1387994"/>
      </dsp:txXfrm>
    </dsp:sp>
    <dsp:sp modelId="{58A05C14-D9D1-4AA7-8EBA-040E4CDEEFED}">
      <dsp:nvSpPr>
        <dsp:cNvPr id="0" name=""/>
        <dsp:cNvSpPr/>
      </dsp:nvSpPr>
      <dsp:spPr>
        <a:xfrm>
          <a:off x="0" y="2766085"/>
          <a:ext cx="971595" cy="145739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CBA17-295E-45A3-B715-22207D068E89}">
      <dsp:nvSpPr>
        <dsp:cNvPr id="0" name=""/>
        <dsp:cNvSpPr/>
      </dsp:nvSpPr>
      <dsp:spPr>
        <a:xfrm rot="5400000">
          <a:off x="6087367" y="-2432325"/>
          <a:ext cx="1103979" cy="62488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l-PL" sz="2700" b="1" kern="1200" dirty="0" err="1"/>
            <a:t>Improve</a:t>
          </a:r>
          <a:r>
            <a:rPr lang="pl-PL" sz="2700" b="1" kern="1200" dirty="0"/>
            <a:t> </a:t>
          </a:r>
          <a:r>
            <a:rPr lang="pl-PL" sz="2700" b="1" kern="1200" dirty="0" err="1"/>
            <a:t>support</a:t>
          </a:r>
          <a:r>
            <a:rPr lang="pl-PL" sz="2700" b="1" kern="1200" dirty="0"/>
            <a:t> </a:t>
          </a:r>
          <a:r>
            <a:rPr lang="pl-PL" sz="2700" b="1" kern="1200" dirty="0" err="1"/>
            <a:t>efficiency</a:t>
          </a:r>
          <a:endParaRPr lang="pl-PL" sz="2700" b="1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l-PL" sz="2700" kern="1200" dirty="0" err="1"/>
            <a:t>Reduce</a:t>
          </a:r>
          <a:r>
            <a:rPr lang="pl-PL" sz="2700" kern="1200" dirty="0"/>
            <a:t> resolution </a:t>
          </a:r>
          <a:r>
            <a:rPr lang="pl-PL" sz="2700" kern="1200" dirty="0" err="1"/>
            <a:t>times</a:t>
          </a:r>
          <a:r>
            <a:rPr lang="pl-PL" sz="2700" kern="1200" dirty="0"/>
            <a:t>.</a:t>
          </a:r>
        </a:p>
      </dsp:txBody>
      <dsp:txXfrm rot="-5400000">
        <a:off x="3514954" y="193980"/>
        <a:ext cx="6194914" cy="996195"/>
      </dsp:txXfrm>
    </dsp:sp>
    <dsp:sp modelId="{A40A157F-2417-4F61-9742-743C26CCD8FB}">
      <dsp:nvSpPr>
        <dsp:cNvPr id="0" name=""/>
        <dsp:cNvSpPr/>
      </dsp:nvSpPr>
      <dsp:spPr>
        <a:xfrm>
          <a:off x="0" y="2090"/>
          <a:ext cx="3514953" cy="1379973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6500" kern="1200" dirty="0"/>
            <a:t>1</a:t>
          </a:r>
        </a:p>
      </dsp:txBody>
      <dsp:txXfrm>
        <a:off x="67365" y="69455"/>
        <a:ext cx="3380223" cy="1245243"/>
      </dsp:txXfrm>
    </dsp:sp>
    <dsp:sp modelId="{F2FE4D5D-0595-422E-A060-B46066984AC0}">
      <dsp:nvSpPr>
        <dsp:cNvPr id="0" name=""/>
        <dsp:cNvSpPr/>
      </dsp:nvSpPr>
      <dsp:spPr>
        <a:xfrm rot="5400000">
          <a:off x="6087367" y="-983352"/>
          <a:ext cx="1103979" cy="62488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l-PL" sz="2700" b="1" kern="1200" dirty="0" err="1"/>
            <a:t>Increase</a:t>
          </a:r>
          <a:r>
            <a:rPr lang="pl-PL" sz="2700" b="1" kern="1200" dirty="0"/>
            <a:t> </a:t>
          </a:r>
          <a:r>
            <a:rPr lang="pl-PL" sz="2700" b="1" kern="1200" dirty="0" err="1"/>
            <a:t>workout-related</a:t>
          </a:r>
          <a:r>
            <a:rPr lang="pl-PL" sz="2700" b="1" kern="1200" dirty="0"/>
            <a:t> engagement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l-PL" sz="2700" kern="1200" dirty="0" err="1"/>
            <a:t>Promote</a:t>
          </a:r>
          <a:r>
            <a:rPr lang="pl-PL" sz="2700" kern="1200" dirty="0"/>
            <a:t> </a:t>
          </a:r>
          <a:r>
            <a:rPr lang="pl-PL" sz="2700" kern="1200" dirty="0" err="1"/>
            <a:t>tracking</a:t>
          </a:r>
          <a:r>
            <a:rPr lang="pl-PL" sz="2700" kern="1200" dirty="0"/>
            <a:t> and </a:t>
          </a:r>
          <a:r>
            <a:rPr lang="pl-PL" sz="2700" kern="1200" dirty="0" err="1"/>
            <a:t>sharing</a:t>
          </a:r>
          <a:r>
            <a:rPr lang="pl-PL" sz="2700" kern="1200" dirty="0"/>
            <a:t> </a:t>
          </a:r>
          <a:r>
            <a:rPr lang="pl-PL" sz="2700" kern="1200" dirty="0" err="1"/>
            <a:t>workouts</a:t>
          </a:r>
          <a:r>
            <a:rPr lang="pl-PL" sz="2700" kern="1200" dirty="0"/>
            <a:t>.</a:t>
          </a:r>
        </a:p>
      </dsp:txBody>
      <dsp:txXfrm rot="-5400000">
        <a:off x="3514954" y="1642953"/>
        <a:ext cx="6194914" cy="996195"/>
      </dsp:txXfrm>
    </dsp:sp>
    <dsp:sp modelId="{A29C173C-413C-467C-A8DF-84C2177333F4}">
      <dsp:nvSpPr>
        <dsp:cNvPr id="0" name=""/>
        <dsp:cNvSpPr/>
      </dsp:nvSpPr>
      <dsp:spPr>
        <a:xfrm>
          <a:off x="0" y="1451063"/>
          <a:ext cx="3514953" cy="1379973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272799"/>
                <a:satOff val="-28446"/>
                <a:lumOff val="1911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272799"/>
                <a:satOff val="-28446"/>
                <a:lumOff val="1911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272799"/>
                <a:satOff val="-28446"/>
                <a:lumOff val="1911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6500" kern="1200" dirty="0"/>
            <a:t>2</a:t>
          </a:r>
        </a:p>
      </dsp:txBody>
      <dsp:txXfrm>
        <a:off x="67365" y="1518428"/>
        <a:ext cx="3380223" cy="1245243"/>
      </dsp:txXfrm>
    </dsp:sp>
    <dsp:sp modelId="{55FE29F9-248D-4AE6-B1DC-F7F370FA580B}">
      <dsp:nvSpPr>
        <dsp:cNvPr id="0" name=""/>
        <dsp:cNvSpPr/>
      </dsp:nvSpPr>
      <dsp:spPr>
        <a:xfrm rot="5400000">
          <a:off x="6087367" y="465619"/>
          <a:ext cx="1103979" cy="624880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l-PL" sz="2700" b="1" kern="1200" dirty="0"/>
            <a:t>Monitor </a:t>
          </a:r>
          <a:r>
            <a:rPr lang="pl-PL" sz="2700" b="1" kern="1200" dirty="0" err="1"/>
            <a:t>churn</a:t>
          </a:r>
          <a:r>
            <a:rPr lang="pl-PL" sz="2700" b="1" kern="1200" dirty="0"/>
            <a:t> by plan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l-PL" sz="2700" kern="1200" dirty="0" err="1"/>
            <a:t>Especially</a:t>
          </a:r>
          <a:r>
            <a:rPr lang="pl-PL" sz="2700" kern="1200" dirty="0"/>
            <a:t> Free </a:t>
          </a:r>
          <a:r>
            <a:rPr lang="pl-PL" sz="2700" kern="1200" dirty="0" err="1"/>
            <a:t>users</a:t>
          </a:r>
          <a:r>
            <a:rPr lang="pl-PL" sz="2700" kern="1200" dirty="0"/>
            <a:t>.</a:t>
          </a:r>
        </a:p>
      </dsp:txBody>
      <dsp:txXfrm rot="-5400000">
        <a:off x="3514954" y="3091924"/>
        <a:ext cx="6194914" cy="996195"/>
      </dsp:txXfrm>
    </dsp:sp>
    <dsp:sp modelId="{CCE842BC-6792-4B01-9783-5E1519E2D567}">
      <dsp:nvSpPr>
        <dsp:cNvPr id="0" name=""/>
        <dsp:cNvSpPr/>
      </dsp:nvSpPr>
      <dsp:spPr>
        <a:xfrm>
          <a:off x="0" y="2900036"/>
          <a:ext cx="3514953" cy="1379973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6500" kern="1200" dirty="0"/>
            <a:t>3</a:t>
          </a:r>
        </a:p>
      </dsp:txBody>
      <dsp:txXfrm>
        <a:off x="67365" y="2967401"/>
        <a:ext cx="3380223" cy="12452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E28C9-29FA-41A2-A4A3-94222025A3C4}">
      <dsp:nvSpPr>
        <dsp:cNvPr id="0" name=""/>
        <dsp:cNvSpPr/>
      </dsp:nvSpPr>
      <dsp:spPr>
        <a:xfrm>
          <a:off x="4646" y="537150"/>
          <a:ext cx="2428260" cy="1404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b="1" kern="1200" dirty="0" err="1"/>
            <a:t>Collect</a:t>
          </a:r>
          <a:r>
            <a:rPr lang="pl-PL" sz="2400" b="1" kern="1200" dirty="0"/>
            <a:t> </a:t>
          </a:r>
          <a:r>
            <a:rPr lang="pl-PL" sz="2400" b="1" kern="1200" dirty="0" err="1"/>
            <a:t>better</a:t>
          </a:r>
          <a:r>
            <a:rPr lang="pl-PL" sz="2400" b="1" kern="1200" dirty="0"/>
            <a:t> data</a:t>
          </a:r>
          <a:endParaRPr lang="pl-PL" sz="2400" kern="1200" dirty="0"/>
        </a:p>
      </dsp:txBody>
      <dsp:txXfrm>
        <a:off x="4646" y="537150"/>
        <a:ext cx="2428260" cy="936291"/>
      </dsp:txXfrm>
    </dsp:sp>
    <dsp:sp modelId="{0C9BE939-6808-4DD8-A7D2-FA0ED14BD063}">
      <dsp:nvSpPr>
        <dsp:cNvPr id="0" name=""/>
        <dsp:cNvSpPr/>
      </dsp:nvSpPr>
      <dsp:spPr>
        <a:xfrm>
          <a:off x="604145" y="1665793"/>
          <a:ext cx="2544452" cy="34080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000" kern="1200" dirty="0" err="1"/>
            <a:t>Cancellation</a:t>
          </a:r>
          <a:r>
            <a:rPr lang="pl-PL" sz="2000" kern="1200" dirty="0"/>
            <a:t> </a:t>
          </a:r>
          <a:r>
            <a:rPr lang="pl-PL" sz="2000" kern="1200" dirty="0" err="1"/>
            <a:t>dates</a:t>
          </a:r>
          <a:endParaRPr lang="pl-P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000" kern="1200" dirty="0" err="1"/>
            <a:t>Monthly</a:t>
          </a:r>
          <a:r>
            <a:rPr lang="pl-PL" sz="2000" kern="1200" dirty="0"/>
            <a:t> </a:t>
          </a:r>
          <a:r>
            <a:rPr lang="pl-PL" sz="2000" kern="1200" dirty="0" err="1"/>
            <a:t>active</a:t>
          </a:r>
          <a:r>
            <a:rPr lang="pl-PL" sz="2000" kern="1200" dirty="0"/>
            <a:t> </a:t>
          </a:r>
          <a:r>
            <a:rPr lang="pl-PL" sz="2000" kern="1200" dirty="0" err="1"/>
            <a:t>customer</a:t>
          </a:r>
          <a:r>
            <a:rPr lang="pl-PL" sz="2000" kern="1200" dirty="0"/>
            <a:t> </a:t>
          </a:r>
          <a:r>
            <a:rPr lang="pl-PL" sz="2000" kern="1200" dirty="0" err="1"/>
            <a:t>counts</a:t>
          </a:r>
          <a:endParaRPr lang="pl-P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000" kern="1200" dirty="0" err="1"/>
            <a:t>Reliable</a:t>
          </a:r>
          <a:r>
            <a:rPr lang="pl-PL" sz="2000" kern="1200" dirty="0"/>
            <a:t> </a:t>
          </a:r>
          <a:r>
            <a:rPr lang="pl-PL" sz="2000" kern="1200" dirty="0" err="1"/>
            <a:t>activity</a:t>
          </a:r>
          <a:r>
            <a:rPr lang="pl-PL" sz="2000" kern="1200" dirty="0"/>
            <a:t> </a:t>
          </a:r>
          <a:r>
            <a:rPr lang="pl-PL" sz="2000" kern="1200" dirty="0" err="1"/>
            <a:t>logs</a:t>
          </a:r>
          <a:endParaRPr lang="pl-P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000" kern="1200" dirty="0" err="1"/>
            <a:t>Regular</a:t>
          </a:r>
          <a:r>
            <a:rPr lang="pl-PL" sz="2000" kern="1200" dirty="0"/>
            <a:t> data </a:t>
          </a:r>
          <a:r>
            <a:rPr lang="pl-PL" sz="2000" kern="1200" dirty="0" err="1"/>
            <a:t>validation</a:t>
          </a:r>
          <a:endParaRPr lang="pl-PL" sz="2000" kern="1200" dirty="0"/>
        </a:p>
      </dsp:txBody>
      <dsp:txXfrm>
        <a:off x="678669" y="1740317"/>
        <a:ext cx="2395404" cy="3259027"/>
      </dsp:txXfrm>
    </dsp:sp>
    <dsp:sp modelId="{66664E91-D6BD-471B-B317-812DC3D122A5}">
      <dsp:nvSpPr>
        <dsp:cNvPr id="0" name=""/>
        <dsp:cNvSpPr/>
      </dsp:nvSpPr>
      <dsp:spPr>
        <a:xfrm>
          <a:off x="2815546" y="703012"/>
          <a:ext cx="811195" cy="60456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900" kern="1200"/>
        </a:p>
      </dsp:txBody>
      <dsp:txXfrm>
        <a:off x="2815546" y="823925"/>
        <a:ext cx="629825" cy="362740"/>
      </dsp:txXfrm>
    </dsp:sp>
    <dsp:sp modelId="{277F7CF0-DB15-495D-8BDC-F2E1326E89AB}">
      <dsp:nvSpPr>
        <dsp:cNvPr id="0" name=""/>
        <dsp:cNvSpPr/>
      </dsp:nvSpPr>
      <dsp:spPr>
        <a:xfrm>
          <a:off x="3963464" y="537150"/>
          <a:ext cx="2706733" cy="1404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272799"/>
                <a:satOff val="-28446"/>
                <a:lumOff val="1911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272799"/>
                <a:satOff val="-28446"/>
                <a:lumOff val="1911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272799"/>
                <a:satOff val="-28446"/>
                <a:lumOff val="1911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b="1" kern="1200" dirty="0"/>
            <a:t>Monitor </a:t>
          </a:r>
          <a:r>
            <a:rPr lang="pl-PL" sz="2400" b="1" kern="1200" dirty="0" err="1"/>
            <a:t>monthly</a:t>
          </a:r>
          <a:r>
            <a:rPr lang="pl-PL" sz="2400" b="1" kern="1200" dirty="0"/>
            <a:t> </a:t>
          </a:r>
          <a:r>
            <a:rPr lang="pl-PL" sz="2400" b="1" kern="1200" dirty="0" err="1"/>
            <a:t>churn</a:t>
          </a:r>
          <a:endParaRPr lang="pl-PL" sz="2400" kern="1200" dirty="0"/>
        </a:p>
      </dsp:txBody>
      <dsp:txXfrm>
        <a:off x="3963464" y="537150"/>
        <a:ext cx="2706733" cy="936291"/>
      </dsp:txXfrm>
    </dsp:sp>
    <dsp:sp modelId="{F0C2E368-94CC-44BD-8393-C31B53600D47}">
      <dsp:nvSpPr>
        <dsp:cNvPr id="0" name=""/>
        <dsp:cNvSpPr/>
      </dsp:nvSpPr>
      <dsp:spPr>
        <a:xfrm>
          <a:off x="4600055" y="1620056"/>
          <a:ext cx="2428260" cy="34080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000" b="0" kern="1200" dirty="0" err="1"/>
            <a:t>Monthly</a:t>
          </a:r>
          <a:r>
            <a:rPr lang="pl-PL" sz="2000" b="0" kern="1200" dirty="0"/>
            <a:t> </a:t>
          </a:r>
          <a:r>
            <a:rPr lang="pl-PL" sz="2000" b="0" kern="1200" dirty="0" err="1"/>
            <a:t>churn</a:t>
          </a:r>
          <a:r>
            <a:rPr lang="pl-PL" sz="2000" b="0" kern="1200" dirty="0"/>
            <a:t> </a:t>
          </a:r>
          <a:r>
            <a:rPr lang="pl-PL" sz="2000" b="0" kern="1200" dirty="0" err="1"/>
            <a:t>rate</a:t>
          </a:r>
          <a:r>
            <a:rPr lang="pl-PL" sz="2000" b="0" kern="1200" dirty="0"/>
            <a:t> (%)</a:t>
          </a:r>
        </a:p>
        <a:p>
          <a:pPr marL="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000" b="0" kern="1200" dirty="0"/>
            <a:t>=</a:t>
          </a:r>
          <a:br>
            <a:rPr lang="pl-PL" sz="2000" b="0" kern="1200" dirty="0"/>
          </a:br>
          <a:r>
            <a:rPr lang="pl-PL" sz="2000" b="0" kern="1200" dirty="0" err="1"/>
            <a:t>Monthly</a:t>
          </a:r>
          <a:r>
            <a:rPr lang="pl-PL" sz="2000" b="0" kern="1200" dirty="0"/>
            <a:t> </a:t>
          </a:r>
          <a:r>
            <a:rPr lang="pl-PL" sz="2000" b="0" kern="1200" dirty="0" err="1"/>
            <a:t>cancellations</a:t>
          </a:r>
          <a:endParaRPr lang="pl-PL" sz="2000" b="0" kern="1200" dirty="0"/>
        </a:p>
        <a:p>
          <a:pPr marL="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000" b="0" kern="1200" dirty="0"/>
            <a:t>/</a:t>
          </a:r>
        </a:p>
        <a:p>
          <a:pPr marL="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000" b="0" kern="1200" dirty="0" err="1"/>
            <a:t>Customers</a:t>
          </a:r>
          <a:r>
            <a:rPr lang="pl-PL" sz="2000" b="0" kern="1200" dirty="0"/>
            <a:t> </a:t>
          </a:r>
          <a:r>
            <a:rPr lang="pl-PL" sz="2000" b="0" kern="1200" dirty="0" err="1"/>
            <a:t>active</a:t>
          </a:r>
          <a:r>
            <a:rPr lang="pl-PL" sz="2000" b="0" kern="1200" dirty="0"/>
            <a:t> </a:t>
          </a:r>
          <a:r>
            <a:rPr lang="pl-PL" sz="2000" b="0" kern="1200" dirty="0" err="1"/>
            <a:t>at</a:t>
          </a:r>
          <a:r>
            <a:rPr lang="pl-PL" sz="2000" b="0" kern="1200" dirty="0"/>
            <a:t> </a:t>
          </a:r>
          <a:r>
            <a:rPr lang="pl-PL" sz="2000" b="0" kern="1200" dirty="0" err="1"/>
            <a:t>month</a:t>
          </a:r>
          <a:r>
            <a:rPr lang="pl-PL" sz="2000" b="0" kern="1200" dirty="0"/>
            <a:t> start</a:t>
          </a:r>
        </a:p>
        <a:p>
          <a:pPr marL="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000" b="0" kern="1200" dirty="0"/>
            <a:t>× 100</a:t>
          </a:r>
          <a:endParaRPr lang="pl-PL" sz="2200" b="0" kern="1200" dirty="0"/>
        </a:p>
      </dsp:txBody>
      <dsp:txXfrm>
        <a:off x="4671176" y="1691177"/>
        <a:ext cx="2286018" cy="3265833"/>
      </dsp:txXfrm>
    </dsp:sp>
    <dsp:sp modelId="{52019126-E811-4A01-B889-3848B1D50C74}">
      <dsp:nvSpPr>
        <dsp:cNvPr id="0" name=""/>
        <dsp:cNvSpPr/>
      </dsp:nvSpPr>
      <dsp:spPr>
        <a:xfrm>
          <a:off x="7003503" y="703012"/>
          <a:ext cx="706609" cy="60456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545439"/>
                <a:satOff val="-56168"/>
                <a:lumOff val="3661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90000"/>
                <a:hueOff val="545439"/>
                <a:satOff val="-56168"/>
                <a:lumOff val="3661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90000"/>
                <a:hueOff val="545439"/>
                <a:satOff val="-56168"/>
                <a:lumOff val="3661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l-PL" sz="1900" kern="1200"/>
        </a:p>
      </dsp:txBody>
      <dsp:txXfrm>
        <a:off x="7003503" y="823925"/>
        <a:ext cx="525239" cy="362740"/>
      </dsp:txXfrm>
    </dsp:sp>
    <dsp:sp modelId="{F3A9188F-FBF1-4747-9BCB-E2936A0D1DAA}">
      <dsp:nvSpPr>
        <dsp:cNvPr id="0" name=""/>
        <dsp:cNvSpPr/>
      </dsp:nvSpPr>
      <dsp:spPr>
        <a:xfrm>
          <a:off x="8003422" y="537150"/>
          <a:ext cx="2428260" cy="1404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b="1" kern="1200" dirty="0"/>
            <a:t>Test </a:t>
          </a:r>
          <a:r>
            <a:rPr lang="pl-PL" sz="2400" b="1" kern="1200" dirty="0" err="1"/>
            <a:t>retention</a:t>
          </a:r>
          <a:r>
            <a:rPr lang="pl-PL" sz="2400" b="1" kern="1200" dirty="0"/>
            <a:t> </a:t>
          </a:r>
          <a:r>
            <a:rPr lang="pl-PL" sz="2400" b="1" kern="1200" dirty="0" err="1"/>
            <a:t>actions</a:t>
          </a:r>
          <a:endParaRPr lang="pl-PL" sz="2400" kern="1200" dirty="0"/>
        </a:p>
      </dsp:txBody>
      <dsp:txXfrm>
        <a:off x="8003422" y="537150"/>
        <a:ext cx="2428260" cy="936291"/>
      </dsp:txXfrm>
    </dsp:sp>
    <dsp:sp modelId="{E9AEA71D-59B5-4D43-90F2-2BB124371A01}">
      <dsp:nvSpPr>
        <dsp:cNvPr id="0" name=""/>
        <dsp:cNvSpPr/>
      </dsp:nvSpPr>
      <dsp:spPr>
        <a:xfrm>
          <a:off x="8450658" y="1647287"/>
          <a:ext cx="2428260" cy="34080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000" b="0" kern="1200" dirty="0"/>
            <a:t>Pilot </a:t>
          </a:r>
          <a:r>
            <a:rPr lang="pl-PL" sz="2000" b="0" kern="1200" dirty="0" err="1"/>
            <a:t>faster</a:t>
          </a:r>
          <a:r>
            <a:rPr lang="pl-PL" sz="2000" b="0" kern="1200" dirty="0"/>
            <a:t> </a:t>
          </a:r>
          <a:r>
            <a:rPr lang="pl-PL" sz="2000" b="0" kern="1200" dirty="0" err="1"/>
            <a:t>support</a:t>
          </a:r>
          <a:r>
            <a:rPr lang="pl-PL" sz="2000" b="0" kern="1200" dirty="0"/>
            <a:t> resolution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000" b="0" kern="1200" dirty="0"/>
            <a:t>Test </a:t>
          </a:r>
          <a:r>
            <a:rPr lang="pl-PL" sz="2000" b="0" kern="1200" dirty="0" err="1"/>
            <a:t>workout</a:t>
          </a:r>
          <a:r>
            <a:rPr lang="pl-PL" sz="2000" b="0" kern="1200" dirty="0"/>
            <a:t> </a:t>
          </a:r>
          <a:r>
            <a:rPr lang="pl-PL" sz="2000" b="0" kern="1200" dirty="0" err="1"/>
            <a:t>tracking</a:t>
          </a:r>
          <a:r>
            <a:rPr lang="pl-PL" sz="2000" b="0" kern="1200" dirty="0"/>
            <a:t> and </a:t>
          </a:r>
          <a:r>
            <a:rPr lang="pl-PL" sz="2000" b="0" kern="1200" dirty="0" err="1"/>
            <a:t>sharing</a:t>
          </a:r>
          <a:r>
            <a:rPr lang="pl-PL" sz="2000" b="0" kern="1200" dirty="0"/>
            <a:t> </a:t>
          </a:r>
          <a:r>
            <a:rPr lang="pl-PL" sz="2000" b="0" kern="1200" dirty="0" err="1"/>
            <a:t>initiatives</a:t>
          </a:r>
          <a:endParaRPr lang="pl-PL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l-PL" sz="2000" b="0" kern="1200" dirty="0" err="1"/>
            <a:t>Compare</a:t>
          </a:r>
          <a:r>
            <a:rPr lang="pl-PL" sz="2000" b="0" kern="1200" dirty="0"/>
            <a:t> </a:t>
          </a:r>
          <a:r>
            <a:rPr lang="pl-PL" sz="2000" b="0" kern="1200" dirty="0" err="1"/>
            <a:t>results</a:t>
          </a:r>
          <a:r>
            <a:rPr lang="pl-PL" sz="2000" b="0" kern="1200" dirty="0"/>
            <a:t> with </a:t>
          </a:r>
          <a:r>
            <a:rPr lang="pl-PL" sz="2000" b="0" kern="1200" dirty="0" err="1"/>
            <a:t>control</a:t>
          </a:r>
          <a:r>
            <a:rPr lang="pl-PL" sz="2000" b="0" kern="1200" dirty="0"/>
            <a:t> </a:t>
          </a:r>
          <a:r>
            <a:rPr lang="pl-PL" sz="2000" b="0" kern="1200" dirty="0" err="1"/>
            <a:t>groups</a:t>
          </a:r>
          <a:endParaRPr lang="pl-PL" sz="2000" b="0" kern="1200" dirty="0"/>
        </a:p>
      </dsp:txBody>
      <dsp:txXfrm>
        <a:off x="8521779" y="1718408"/>
        <a:ext cx="2286018" cy="3265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8F526-AEB0-48CC-AEB0-6C61BAE2B5C2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A7CFF-4864-4443-ACEA-1B8B10EC4F3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325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800" dirty="0"/>
              <a:t>Hello, </a:t>
            </a:r>
            <a:r>
              <a:rPr lang="pl-PL" sz="1800" dirty="0" err="1"/>
              <a:t>today</a:t>
            </a:r>
            <a:r>
              <a:rPr lang="pl-PL" sz="1800" dirty="0"/>
              <a:t> I </a:t>
            </a:r>
            <a:r>
              <a:rPr lang="pl-PL" sz="1800" dirty="0" err="1"/>
              <a:t>will</a:t>
            </a:r>
            <a:r>
              <a:rPr lang="pl-PL" sz="1800" dirty="0"/>
              <a:t> </a:t>
            </a:r>
            <a:r>
              <a:rPr lang="pl-PL" sz="1800" dirty="0" err="1"/>
              <a:t>present</a:t>
            </a:r>
            <a:r>
              <a:rPr lang="pl-PL" sz="1800" dirty="0"/>
              <a:t> my </a:t>
            </a:r>
            <a:r>
              <a:rPr lang="pl-PL" sz="1800" dirty="0" err="1"/>
              <a:t>analysis</a:t>
            </a:r>
            <a:r>
              <a:rPr lang="pl-PL" sz="1800" dirty="0"/>
              <a:t> of </a:t>
            </a:r>
            <a:r>
              <a:rPr lang="pl-PL" sz="1800" dirty="0" err="1"/>
              <a:t>customer</a:t>
            </a:r>
            <a:r>
              <a:rPr lang="pl-PL" sz="1800" dirty="0"/>
              <a:t> </a:t>
            </a:r>
            <a:r>
              <a:rPr lang="pl-PL" sz="1800" dirty="0" err="1"/>
              <a:t>churn</a:t>
            </a:r>
            <a:r>
              <a:rPr lang="pl-PL" sz="1800" dirty="0"/>
              <a:t> </a:t>
            </a:r>
            <a:r>
              <a:rPr lang="pl-PL" sz="1800" dirty="0" err="1"/>
              <a:t>at</a:t>
            </a:r>
            <a:r>
              <a:rPr lang="pl-PL" sz="1800" dirty="0"/>
              <a:t> Fit.ly.</a:t>
            </a:r>
          </a:p>
          <a:p>
            <a:r>
              <a:rPr lang="pl-PL" sz="1800" dirty="0"/>
              <a:t>The </a:t>
            </a:r>
            <a:r>
              <a:rPr lang="pl-PL" sz="1800" dirty="0" err="1"/>
              <a:t>main</a:t>
            </a:r>
            <a:r>
              <a:rPr lang="pl-PL" sz="1800" dirty="0"/>
              <a:t> </a:t>
            </a:r>
            <a:r>
              <a:rPr lang="pl-PL" sz="1800" dirty="0" err="1"/>
              <a:t>goal</a:t>
            </a:r>
            <a:r>
              <a:rPr lang="pl-PL" sz="1800" dirty="0"/>
              <a:t> of </a:t>
            </a:r>
            <a:r>
              <a:rPr lang="pl-PL" sz="1800" dirty="0" err="1"/>
              <a:t>this</a:t>
            </a:r>
            <a:r>
              <a:rPr lang="pl-PL" sz="1800" dirty="0"/>
              <a:t> </a:t>
            </a:r>
            <a:r>
              <a:rPr lang="pl-PL" sz="1800" dirty="0" err="1"/>
              <a:t>project</a:t>
            </a:r>
            <a:r>
              <a:rPr lang="pl-PL" sz="1800" dirty="0"/>
              <a:t> was to </a:t>
            </a:r>
            <a:r>
              <a:rPr lang="pl-PL" sz="1800" dirty="0" err="1"/>
              <a:t>understand</a:t>
            </a:r>
            <a:r>
              <a:rPr lang="pl-PL" sz="1800" dirty="0"/>
              <a:t> </a:t>
            </a:r>
            <a:r>
              <a:rPr lang="pl-PL" sz="1800" dirty="0" err="1"/>
              <a:t>which</a:t>
            </a:r>
            <a:r>
              <a:rPr lang="pl-PL" sz="1800" dirty="0"/>
              <a:t> </a:t>
            </a:r>
            <a:r>
              <a:rPr lang="pl-PL" sz="1800" dirty="0" err="1"/>
              <a:t>patterns</a:t>
            </a:r>
            <a:r>
              <a:rPr lang="pl-PL" sz="1800" dirty="0"/>
              <a:t> in the data </a:t>
            </a:r>
            <a:r>
              <a:rPr lang="pl-PL" sz="1800" dirty="0" err="1"/>
              <a:t>are</a:t>
            </a:r>
            <a:r>
              <a:rPr lang="pl-PL" sz="1800" dirty="0"/>
              <a:t> </a:t>
            </a:r>
            <a:r>
              <a:rPr lang="pl-PL" sz="1800" dirty="0" err="1"/>
              <a:t>associated</a:t>
            </a:r>
            <a:r>
              <a:rPr lang="pl-PL" sz="1800" dirty="0"/>
              <a:t> with </a:t>
            </a:r>
            <a:r>
              <a:rPr lang="pl-PL" sz="1800" dirty="0" err="1"/>
              <a:t>customers</a:t>
            </a:r>
            <a:r>
              <a:rPr lang="pl-PL" sz="1800" dirty="0"/>
              <a:t> </a:t>
            </a:r>
            <a:r>
              <a:rPr lang="pl-PL" sz="1800" dirty="0" err="1"/>
              <a:t>leaving</a:t>
            </a:r>
            <a:r>
              <a:rPr lang="pl-PL" sz="1800" dirty="0"/>
              <a:t> the service.</a:t>
            </a:r>
          </a:p>
          <a:p>
            <a:r>
              <a:rPr lang="pl-PL" sz="1800" dirty="0"/>
              <a:t>I </a:t>
            </a:r>
            <a:r>
              <a:rPr lang="pl-PL" sz="1800" dirty="0" err="1"/>
              <a:t>focused</a:t>
            </a:r>
            <a:r>
              <a:rPr lang="pl-PL" sz="1800" dirty="0"/>
              <a:t> on </a:t>
            </a:r>
            <a:r>
              <a:rPr lang="pl-PL" sz="1800" dirty="0" err="1"/>
              <a:t>three</a:t>
            </a:r>
            <a:r>
              <a:rPr lang="pl-PL" sz="1800" dirty="0"/>
              <a:t> </a:t>
            </a:r>
            <a:r>
              <a:rPr lang="pl-PL" sz="1800" dirty="0" err="1"/>
              <a:t>main</a:t>
            </a:r>
            <a:r>
              <a:rPr lang="pl-PL" sz="1800" dirty="0"/>
              <a:t> </a:t>
            </a:r>
            <a:r>
              <a:rPr lang="pl-PL" sz="1800" dirty="0" err="1"/>
              <a:t>areas</a:t>
            </a:r>
            <a:r>
              <a:rPr lang="pl-PL" sz="1800" dirty="0"/>
              <a:t>: </a:t>
            </a:r>
            <a:r>
              <a:rPr lang="pl-PL" sz="1800" dirty="0" err="1"/>
              <a:t>subscription</a:t>
            </a:r>
            <a:r>
              <a:rPr lang="pl-PL" sz="1800" dirty="0"/>
              <a:t> </a:t>
            </a:r>
            <a:r>
              <a:rPr lang="pl-PL" sz="1800" dirty="0" err="1"/>
              <a:t>plans</a:t>
            </a:r>
            <a:r>
              <a:rPr lang="pl-PL" sz="1800" dirty="0"/>
              <a:t>, </a:t>
            </a:r>
            <a:r>
              <a:rPr lang="pl-PL" sz="1800" dirty="0" err="1"/>
              <a:t>customer</a:t>
            </a:r>
            <a:r>
              <a:rPr lang="pl-PL" sz="1800" dirty="0"/>
              <a:t> </a:t>
            </a:r>
            <a:r>
              <a:rPr lang="pl-PL" sz="1800" dirty="0" err="1"/>
              <a:t>support</a:t>
            </a:r>
            <a:r>
              <a:rPr lang="pl-PL" sz="1800" dirty="0"/>
              <a:t>, and </a:t>
            </a:r>
            <a:r>
              <a:rPr lang="pl-PL" sz="1800" dirty="0" err="1"/>
              <a:t>user</a:t>
            </a:r>
            <a:r>
              <a:rPr lang="pl-PL" sz="1800" dirty="0"/>
              <a:t> engagement.</a:t>
            </a:r>
          </a:p>
          <a:p>
            <a:r>
              <a:rPr lang="pl-PL" sz="1800" dirty="0"/>
              <a:t>I </a:t>
            </a:r>
            <a:r>
              <a:rPr lang="pl-PL" sz="1800" dirty="0" err="1"/>
              <a:t>wanted</a:t>
            </a:r>
            <a:r>
              <a:rPr lang="pl-PL" sz="1800" dirty="0"/>
              <a:t> to </a:t>
            </a:r>
            <a:r>
              <a:rPr lang="pl-PL" sz="1800" dirty="0" err="1"/>
              <a:t>identify</a:t>
            </a:r>
            <a:r>
              <a:rPr lang="pl-PL" sz="1800" dirty="0"/>
              <a:t> </a:t>
            </a:r>
            <a:r>
              <a:rPr lang="pl-PL" sz="1800" dirty="0" err="1"/>
              <a:t>differences</a:t>
            </a:r>
            <a:r>
              <a:rPr lang="pl-PL" sz="1800" dirty="0"/>
              <a:t> </a:t>
            </a:r>
            <a:r>
              <a:rPr lang="pl-PL" sz="1800" dirty="0" err="1"/>
              <a:t>between</a:t>
            </a:r>
            <a:r>
              <a:rPr lang="pl-PL" sz="1800" dirty="0"/>
              <a:t> </a:t>
            </a:r>
            <a:r>
              <a:rPr lang="pl-PL" sz="1800" dirty="0" err="1"/>
              <a:t>customers</a:t>
            </a:r>
            <a:r>
              <a:rPr lang="pl-PL" sz="1800" dirty="0"/>
              <a:t> </a:t>
            </a:r>
            <a:r>
              <a:rPr lang="pl-PL" sz="1800" dirty="0" err="1"/>
              <a:t>who</a:t>
            </a:r>
            <a:r>
              <a:rPr lang="pl-PL" sz="1800" dirty="0"/>
              <a:t> </a:t>
            </a:r>
            <a:r>
              <a:rPr lang="pl-PL" sz="1800" dirty="0" err="1"/>
              <a:t>were</a:t>
            </a:r>
            <a:r>
              <a:rPr lang="pl-PL" sz="1800" dirty="0"/>
              <a:t> </a:t>
            </a:r>
            <a:r>
              <a:rPr lang="pl-PL" sz="1800" dirty="0" err="1"/>
              <a:t>marked</a:t>
            </a:r>
            <a:r>
              <a:rPr lang="pl-PL" sz="1800" dirty="0"/>
              <a:t> as </a:t>
            </a:r>
            <a:r>
              <a:rPr lang="pl-PL" sz="1800" dirty="0" err="1"/>
              <a:t>churned</a:t>
            </a:r>
            <a:r>
              <a:rPr lang="pl-PL" sz="1800" dirty="0"/>
              <a:t> and </a:t>
            </a:r>
            <a:r>
              <a:rPr lang="pl-PL" sz="1800" dirty="0" err="1"/>
              <a:t>those</a:t>
            </a:r>
            <a:r>
              <a:rPr lang="pl-PL" sz="1800" dirty="0"/>
              <a:t> </a:t>
            </a:r>
            <a:r>
              <a:rPr lang="pl-PL" sz="1800" dirty="0" err="1"/>
              <a:t>who</a:t>
            </a:r>
            <a:r>
              <a:rPr lang="pl-PL" sz="1800" dirty="0"/>
              <a:t> </a:t>
            </a:r>
            <a:r>
              <a:rPr lang="pl-PL" sz="1800" dirty="0" err="1"/>
              <a:t>were</a:t>
            </a:r>
            <a:r>
              <a:rPr lang="pl-PL" sz="1800" dirty="0"/>
              <a:t> not.</a:t>
            </a:r>
          </a:p>
          <a:p>
            <a:r>
              <a:rPr lang="pl-PL" sz="1800" dirty="0"/>
              <a:t>The </a:t>
            </a:r>
            <a:r>
              <a:rPr lang="pl-PL" sz="1800" dirty="0" err="1"/>
              <a:t>analysis</a:t>
            </a:r>
            <a:r>
              <a:rPr lang="pl-PL" sz="1800" dirty="0"/>
              <a:t> </a:t>
            </a:r>
            <a:r>
              <a:rPr lang="pl-PL" sz="1800" dirty="0" err="1"/>
              <a:t>does</a:t>
            </a:r>
            <a:r>
              <a:rPr lang="pl-PL" sz="1800" dirty="0"/>
              <a:t> not </a:t>
            </a:r>
            <a:r>
              <a:rPr lang="pl-PL" sz="1800" dirty="0" err="1"/>
              <a:t>prove</a:t>
            </a:r>
            <a:r>
              <a:rPr lang="pl-PL" sz="1800" dirty="0"/>
              <a:t> </a:t>
            </a:r>
            <a:r>
              <a:rPr lang="pl-PL" sz="1800" dirty="0" err="1"/>
              <a:t>what</a:t>
            </a:r>
            <a:r>
              <a:rPr lang="pl-PL" sz="1800" dirty="0"/>
              <a:t> </a:t>
            </a:r>
            <a:r>
              <a:rPr lang="pl-PL" sz="1800" dirty="0" err="1"/>
              <a:t>causes</a:t>
            </a:r>
            <a:r>
              <a:rPr lang="pl-PL" sz="1800" dirty="0"/>
              <a:t> </a:t>
            </a:r>
            <a:r>
              <a:rPr lang="pl-PL" sz="1800" dirty="0" err="1"/>
              <a:t>churn</a:t>
            </a:r>
            <a:r>
              <a:rPr lang="pl-PL" sz="1800" dirty="0"/>
              <a:t>. </a:t>
            </a:r>
            <a:r>
              <a:rPr lang="pl-PL" sz="1800" dirty="0" err="1"/>
              <a:t>However</a:t>
            </a:r>
            <a:r>
              <a:rPr lang="pl-PL" sz="1800" dirty="0"/>
              <a:t>, </a:t>
            </a:r>
            <a:r>
              <a:rPr lang="pl-PL" sz="1800" dirty="0" err="1"/>
              <a:t>it</a:t>
            </a:r>
            <a:r>
              <a:rPr lang="pl-PL" sz="1800" dirty="0"/>
              <a:t> </a:t>
            </a:r>
            <a:r>
              <a:rPr lang="pl-PL" sz="1800" dirty="0" err="1"/>
              <a:t>helps</a:t>
            </a:r>
            <a:r>
              <a:rPr lang="pl-PL" sz="1800" dirty="0"/>
              <a:t> </a:t>
            </a:r>
            <a:r>
              <a:rPr lang="pl-PL" sz="1800" dirty="0" err="1"/>
              <a:t>us</a:t>
            </a:r>
            <a:r>
              <a:rPr lang="pl-PL" sz="1800" dirty="0"/>
              <a:t> </a:t>
            </a:r>
            <a:r>
              <a:rPr lang="pl-PL" sz="1800" dirty="0" err="1"/>
              <a:t>identify</a:t>
            </a:r>
            <a:r>
              <a:rPr lang="pl-PL" sz="1800" dirty="0"/>
              <a:t> </a:t>
            </a:r>
            <a:r>
              <a:rPr lang="pl-PL" sz="1800" dirty="0" err="1"/>
              <a:t>areas</a:t>
            </a:r>
            <a:r>
              <a:rPr lang="pl-PL" sz="1800" dirty="0"/>
              <a:t> </a:t>
            </a:r>
            <a:r>
              <a:rPr lang="pl-PL" sz="1800" dirty="0" err="1"/>
              <a:t>that</a:t>
            </a:r>
            <a:r>
              <a:rPr lang="pl-PL" sz="1800" dirty="0"/>
              <a:t> </a:t>
            </a:r>
            <a:r>
              <a:rPr lang="pl-PL" sz="1800" dirty="0" err="1"/>
              <a:t>may</a:t>
            </a:r>
            <a:r>
              <a:rPr lang="pl-PL" sz="1800" dirty="0"/>
              <a:t> </a:t>
            </a:r>
            <a:r>
              <a:rPr lang="pl-PL" sz="1800" dirty="0" err="1"/>
              <a:t>require</a:t>
            </a:r>
            <a:r>
              <a:rPr lang="pl-PL" sz="1800" dirty="0"/>
              <a:t> </a:t>
            </a:r>
            <a:r>
              <a:rPr lang="pl-PL" sz="1800" dirty="0" err="1"/>
              <a:t>attention</a:t>
            </a:r>
            <a:r>
              <a:rPr lang="pl-PL" sz="1800" dirty="0"/>
              <a:t> and </a:t>
            </a:r>
            <a:r>
              <a:rPr lang="pl-PL" sz="1800" dirty="0" err="1"/>
              <a:t>suggests</a:t>
            </a:r>
            <a:r>
              <a:rPr lang="pl-PL" sz="1800" dirty="0"/>
              <a:t> </a:t>
            </a:r>
            <a:r>
              <a:rPr lang="pl-PL" sz="1800" dirty="0" err="1"/>
              <a:t>possible</a:t>
            </a:r>
            <a:r>
              <a:rPr lang="pl-PL" sz="1800" dirty="0"/>
              <a:t> </a:t>
            </a:r>
            <a:r>
              <a:rPr lang="pl-PL" sz="1800" dirty="0" err="1"/>
              <a:t>actions</a:t>
            </a:r>
            <a:r>
              <a:rPr lang="pl-PL" sz="1800" dirty="0"/>
              <a:t> to </a:t>
            </a:r>
            <a:r>
              <a:rPr lang="pl-PL" sz="1800" dirty="0" err="1"/>
              <a:t>improve</a:t>
            </a:r>
            <a:r>
              <a:rPr lang="pl-PL" sz="1800" dirty="0"/>
              <a:t> </a:t>
            </a:r>
            <a:r>
              <a:rPr lang="pl-PL" sz="1800" dirty="0" err="1"/>
              <a:t>customer</a:t>
            </a:r>
            <a:r>
              <a:rPr lang="pl-PL" sz="1800" dirty="0"/>
              <a:t> </a:t>
            </a:r>
            <a:r>
              <a:rPr lang="pl-PL" sz="1800" dirty="0" err="1"/>
              <a:t>retention</a:t>
            </a:r>
            <a:r>
              <a:rPr lang="pl-PL" sz="1800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6034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Fit.ly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facing</a:t>
            </a:r>
            <a:r>
              <a:rPr lang="pl-PL" dirty="0"/>
              <a:t> a problem with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cancellations</a:t>
            </a:r>
            <a:r>
              <a:rPr lang="pl-PL" dirty="0"/>
              <a:t>.</a:t>
            </a:r>
          </a:p>
          <a:p>
            <a:r>
              <a:rPr lang="pl-PL" dirty="0" err="1"/>
              <a:t>When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leave</a:t>
            </a:r>
            <a:r>
              <a:rPr lang="pl-PL" dirty="0"/>
              <a:t>, the </a:t>
            </a:r>
            <a:r>
              <a:rPr lang="pl-PL" dirty="0" err="1"/>
              <a:t>company</a:t>
            </a:r>
            <a:r>
              <a:rPr lang="pl-PL" dirty="0"/>
              <a:t> </a:t>
            </a:r>
            <a:r>
              <a:rPr lang="pl-PL" dirty="0" err="1"/>
              <a:t>needs</a:t>
            </a:r>
            <a:r>
              <a:rPr lang="pl-PL" dirty="0"/>
              <a:t> to </a:t>
            </a:r>
            <a:r>
              <a:rPr lang="pl-PL" dirty="0" err="1"/>
              <a:t>attract</a:t>
            </a:r>
            <a:r>
              <a:rPr lang="pl-PL" dirty="0"/>
              <a:t> </a:t>
            </a:r>
            <a:r>
              <a:rPr lang="pl-PL" dirty="0" err="1"/>
              <a:t>new</a:t>
            </a:r>
            <a:r>
              <a:rPr lang="pl-PL" dirty="0"/>
              <a:t> </a:t>
            </a:r>
            <a:r>
              <a:rPr lang="pl-PL" dirty="0" err="1"/>
              <a:t>users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find</a:t>
            </a:r>
            <a:r>
              <a:rPr lang="pl-PL" dirty="0"/>
              <a:t> </a:t>
            </a:r>
            <a:r>
              <a:rPr lang="pl-PL" dirty="0" err="1"/>
              <a:t>ways</a:t>
            </a:r>
            <a:r>
              <a:rPr lang="pl-PL" dirty="0"/>
              <a:t> to </a:t>
            </a:r>
            <a:r>
              <a:rPr lang="pl-PL" dirty="0" err="1"/>
              <a:t>keep</a:t>
            </a:r>
            <a:r>
              <a:rPr lang="pl-PL" dirty="0"/>
              <a:t> </a:t>
            </a:r>
            <a:r>
              <a:rPr lang="pl-PL" dirty="0" err="1"/>
              <a:t>its</a:t>
            </a:r>
            <a:r>
              <a:rPr lang="pl-PL" dirty="0"/>
              <a:t> </a:t>
            </a:r>
            <a:r>
              <a:rPr lang="pl-PL" dirty="0" err="1"/>
              <a:t>existing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.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creates</a:t>
            </a:r>
            <a:r>
              <a:rPr lang="pl-PL" dirty="0"/>
              <a:t> </a:t>
            </a:r>
            <a:r>
              <a:rPr lang="pl-PL" dirty="0" err="1"/>
              <a:t>challenges</a:t>
            </a:r>
            <a:r>
              <a:rPr lang="pl-PL" dirty="0"/>
              <a:t> for </a:t>
            </a:r>
            <a:r>
              <a:rPr lang="pl-PL" dirty="0" err="1"/>
              <a:t>both</a:t>
            </a:r>
            <a:r>
              <a:rPr lang="pl-PL" dirty="0"/>
              <a:t> the Marketing and Product </a:t>
            </a:r>
            <a:r>
              <a:rPr lang="pl-PL" dirty="0" err="1"/>
              <a:t>teams</a:t>
            </a:r>
            <a:r>
              <a:rPr lang="pl-PL" dirty="0"/>
              <a:t>.</a:t>
            </a:r>
          </a:p>
          <a:p>
            <a:r>
              <a:rPr lang="pl-PL" dirty="0"/>
              <a:t>To </a:t>
            </a:r>
            <a:r>
              <a:rPr lang="pl-PL" dirty="0" err="1"/>
              <a:t>address</a:t>
            </a:r>
            <a:r>
              <a:rPr lang="pl-PL" dirty="0"/>
              <a:t> </a:t>
            </a:r>
            <a:r>
              <a:rPr lang="pl-PL" dirty="0" err="1"/>
              <a:t>this</a:t>
            </a:r>
            <a:r>
              <a:rPr lang="pl-PL" dirty="0"/>
              <a:t> problem, Fit.ly </a:t>
            </a:r>
            <a:r>
              <a:rPr lang="pl-PL" dirty="0" err="1"/>
              <a:t>needs</a:t>
            </a:r>
            <a:r>
              <a:rPr lang="pl-PL" dirty="0"/>
              <a:t> to </a:t>
            </a:r>
            <a:r>
              <a:rPr lang="pl-PL" dirty="0" err="1"/>
              <a:t>understand</a:t>
            </a:r>
            <a:r>
              <a:rPr lang="pl-PL" dirty="0"/>
              <a:t> </a:t>
            </a:r>
            <a:r>
              <a:rPr lang="pl-PL" dirty="0" err="1"/>
              <a:t>which</a:t>
            </a:r>
            <a:r>
              <a:rPr lang="pl-PL" dirty="0"/>
              <a:t>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groups</a:t>
            </a:r>
            <a:r>
              <a:rPr lang="pl-PL" dirty="0"/>
              <a:t> show </a:t>
            </a:r>
            <a:r>
              <a:rPr lang="pl-PL" dirty="0" err="1"/>
              <a:t>higher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 and </a:t>
            </a:r>
            <a:r>
              <a:rPr lang="pl-PL" dirty="0" err="1"/>
              <a:t>which</a:t>
            </a:r>
            <a:r>
              <a:rPr lang="pl-PL" dirty="0"/>
              <a:t> </a:t>
            </a:r>
            <a:r>
              <a:rPr lang="pl-PL" dirty="0" err="1"/>
              <a:t>aspects</a:t>
            </a:r>
            <a:r>
              <a:rPr lang="pl-PL" dirty="0"/>
              <a:t> of the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experience</a:t>
            </a:r>
            <a:r>
              <a:rPr lang="pl-PL" dirty="0"/>
              <a:t> </a:t>
            </a:r>
            <a:r>
              <a:rPr lang="pl-PL" dirty="0" err="1"/>
              <a:t>may</a:t>
            </a:r>
            <a:r>
              <a:rPr lang="pl-PL" dirty="0"/>
              <a:t> be </a:t>
            </a:r>
            <a:r>
              <a:rPr lang="pl-PL" dirty="0" err="1"/>
              <a:t>connected</a:t>
            </a:r>
            <a:r>
              <a:rPr lang="pl-PL" dirty="0"/>
              <a:t> to </a:t>
            </a:r>
            <a:r>
              <a:rPr lang="pl-PL" dirty="0" err="1"/>
              <a:t>it</a:t>
            </a:r>
            <a:r>
              <a:rPr lang="pl-PL" dirty="0"/>
              <a:t>.</a:t>
            </a:r>
          </a:p>
          <a:p>
            <a:r>
              <a:rPr lang="pl-PL" dirty="0" err="1"/>
              <a:t>Instead</a:t>
            </a:r>
            <a:r>
              <a:rPr lang="pl-PL" dirty="0"/>
              <a:t> of </a:t>
            </a:r>
            <a:r>
              <a:rPr lang="pl-PL" dirty="0" err="1"/>
              <a:t>making</a:t>
            </a:r>
            <a:r>
              <a:rPr lang="pl-PL" dirty="0"/>
              <a:t> </a:t>
            </a:r>
            <a:r>
              <a:rPr lang="pl-PL" dirty="0" err="1"/>
              <a:t>decisions</a:t>
            </a:r>
            <a:r>
              <a:rPr lang="pl-PL" dirty="0"/>
              <a:t> </a:t>
            </a:r>
            <a:r>
              <a:rPr lang="pl-PL" dirty="0" err="1"/>
              <a:t>based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on </a:t>
            </a:r>
            <a:r>
              <a:rPr lang="pl-PL" dirty="0" err="1"/>
              <a:t>assumptions</a:t>
            </a:r>
            <a:r>
              <a:rPr lang="pl-PL" dirty="0"/>
              <a:t>, we </a:t>
            </a:r>
            <a:r>
              <a:rPr lang="pl-PL" dirty="0" err="1"/>
              <a:t>can</a:t>
            </a:r>
            <a:r>
              <a:rPr lang="pl-PL" dirty="0"/>
              <a:t> </a:t>
            </a:r>
            <a:r>
              <a:rPr lang="pl-PL" dirty="0" err="1"/>
              <a:t>use</a:t>
            </a:r>
            <a:r>
              <a:rPr lang="pl-PL" dirty="0"/>
              <a:t> data to </a:t>
            </a:r>
            <a:r>
              <a:rPr lang="pl-PL" dirty="0" err="1"/>
              <a:t>identify</a:t>
            </a:r>
            <a:r>
              <a:rPr lang="pl-PL" dirty="0"/>
              <a:t> </a:t>
            </a:r>
            <a:r>
              <a:rPr lang="pl-PL" dirty="0" err="1"/>
              <a:t>important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.</a:t>
            </a:r>
          </a:p>
          <a:p>
            <a:r>
              <a:rPr lang="pl-PL" dirty="0"/>
              <a:t>My </a:t>
            </a:r>
            <a:r>
              <a:rPr lang="pl-PL" dirty="0" err="1"/>
              <a:t>goal</a:t>
            </a:r>
            <a:r>
              <a:rPr lang="pl-PL" dirty="0"/>
              <a:t> was to </a:t>
            </a:r>
            <a:r>
              <a:rPr lang="pl-PL" dirty="0" err="1"/>
              <a:t>turn</a:t>
            </a:r>
            <a:r>
              <a:rPr lang="pl-PL" dirty="0"/>
              <a:t>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findings</a:t>
            </a:r>
            <a:r>
              <a:rPr lang="pl-PL" dirty="0"/>
              <a:t> </a:t>
            </a:r>
            <a:r>
              <a:rPr lang="pl-PL" dirty="0" err="1"/>
              <a:t>into</a:t>
            </a:r>
            <a:r>
              <a:rPr lang="pl-PL" dirty="0"/>
              <a:t> </a:t>
            </a:r>
            <a:r>
              <a:rPr lang="pl-PL" dirty="0" err="1"/>
              <a:t>practical</a:t>
            </a:r>
            <a:r>
              <a:rPr lang="pl-PL" dirty="0"/>
              <a:t> </a:t>
            </a:r>
            <a:r>
              <a:rPr lang="pl-PL" dirty="0" err="1"/>
              <a:t>recommendations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the </a:t>
            </a:r>
            <a:r>
              <a:rPr lang="pl-PL" dirty="0" err="1"/>
              <a:t>company</a:t>
            </a:r>
            <a:r>
              <a:rPr lang="pl-PL" dirty="0"/>
              <a:t> </a:t>
            </a:r>
            <a:r>
              <a:rPr lang="pl-PL" dirty="0" err="1"/>
              <a:t>can</a:t>
            </a:r>
            <a:r>
              <a:rPr lang="pl-PL" dirty="0"/>
              <a:t> test.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2327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</a:t>
            </a:r>
            <a:r>
              <a:rPr lang="pl-PL" dirty="0" err="1"/>
              <a:t>analysis</a:t>
            </a:r>
            <a:r>
              <a:rPr lang="pl-PL" dirty="0"/>
              <a:t> was </a:t>
            </a:r>
            <a:r>
              <a:rPr lang="pl-PL" dirty="0" err="1"/>
              <a:t>based</a:t>
            </a:r>
            <a:r>
              <a:rPr lang="pl-PL" dirty="0"/>
              <a:t> on </a:t>
            </a:r>
            <a:r>
              <a:rPr lang="pl-PL" dirty="0" err="1"/>
              <a:t>three</a:t>
            </a:r>
            <a:r>
              <a:rPr lang="pl-PL" dirty="0"/>
              <a:t> </a:t>
            </a:r>
            <a:r>
              <a:rPr lang="pl-PL" dirty="0" err="1"/>
              <a:t>datasets</a:t>
            </a:r>
            <a:r>
              <a:rPr lang="pl-PL" dirty="0"/>
              <a:t>.</a:t>
            </a:r>
          </a:p>
          <a:p>
            <a:r>
              <a:rPr lang="pl-PL" dirty="0"/>
              <a:t>The </a:t>
            </a:r>
            <a:r>
              <a:rPr lang="pl-PL" dirty="0" err="1"/>
              <a:t>first</a:t>
            </a:r>
            <a:r>
              <a:rPr lang="pl-PL" dirty="0"/>
              <a:t> </a:t>
            </a:r>
            <a:r>
              <a:rPr lang="pl-PL" dirty="0" err="1"/>
              <a:t>contained</a:t>
            </a:r>
            <a:r>
              <a:rPr lang="pl-PL" dirty="0"/>
              <a:t> </a:t>
            </a:r>
            <a:r>
              <a:rPr lang="pl-PL" dirty="0" err="1"/>
              <a:t>information</a:t>
            </a:r>
            <a:r>
              <a:rPr lang="pl-PL" dirty="0"/>
              <a:t> </a:t>
            </a:r>
            <a:r>
              <a:rPr lang="pl-PL" dirty="0" err="1"/>
              <a:t>about</a:t>
            </a:r>
            <a:r>
              <a:rPr lang="pl-PL" dirty="0"/>
              <a:t> 400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accounts</a:t>
            </a:r>
            <a:r>
              <a:rPr lang="pl-PL" dirty="0"/>
              <a:t>, </a:t>
            </a:r>
            <a:r>
              <a:rPr lang="pl-PL" dirty="0" err="1"/>
              <a:t>including</a:t>
            </a:r>
            <a:r>
              <a:rPr lang="pl-PL" dirty="0"/>
              <a:t> </a:t>
            </a:r>
            <a:r>
              <a:rPr lang="pl-PL" dirty="0" err="1"/>
              <a:t>their</a:t>
            </a:r>
            <a:r>
              <a:rPr lang="pl-PL" dirty="0"/>
              <a:t> </a:t>
            </a:r>
            <a:r>
              <a:rPr lang="pl-PL" dirty="0" err="1"/>
              <a:t>subscription</a:t>
            </a:r>
            <a:r>
              <a:rPr lang="pl-PL" dirty="0"/>
              <a:t> </a:t>
            </a:r>
            <a:r>
              <a:rPr lang="pl-PL" dirty="0" err="1"/>
              <a:t>plans</a:t>
            </a:r>
            <a:r>
              <a:rPr lang="pl-PL" dirty="0"/>
              <a:t> and </a:t>
            </a:r>
            <a:r>
              <a:rPr lang="pl-PL" dirty="0" err="1"/>
              <a:t>churn</a:t>
            </a:r>
            <a:r>
              <a:rPr lang="pl-PL" dirty="0"/>
              <a:t> status.</a:t>
            </a:r>
          </a:p>
          <a:p>
            <a:r>
              <a:rPr lang="pl-PL" dirty="0"/>
              <a:t>The </a:t>
            </a:r>
            <a:r>
              <a:rPr lang="pl-PL" dirty="0" err="1"/>
              <a:t>second</a:t>
            </a:r>
            <a:r>
              <a:rPr lang="pl-PL" dirty="0"/>
              <a:t> </a:t>
            </a:r>
            <a:r>
              <a:rPr lang="pl-PL" dirty="0" err="1"/>
              <a:t>contained</a:t>
            </a:r>
            <a:r>
              <a:rPr lang="pl-PL" dirty="0"/>
              <a:t> 918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tickets</a:t>
            </a:r>
            <a:r>
              <a:rPr lang="pl-PL" dirty="0"/>
              <a:t>, </a:t>
            </a:r>
            <a:r>
              <a:rPr lang="pl-PL" dirty="0" err="1"/>
              <a:t>while</a:t>
            </a:r>
            <a:r>
              <a:rPr lang="pl-PL" dirty="0"/>
              <a:t> the third </a:t>
            </a:r>
            <a:r>
              <a:rPr lang="pl-PL" dirty="0" err="1"/>
              <a:t>contained</a:t>
            </a:r>
            <a:r>
              <a:rPr lang="pl-PL" dirty="0"/>
              <a:t> 445 </a:t>
            </a:r>
            <a:r>
              <a:rPr lang="pl-PL" dirty="0" err="1"/>
              <a:t>recorded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 </a:t>
            </a:r>
            <a:r>
              <a:rPr lang="pl-PL" dirty="0" err="1"/>
              <a:t>events</a:t>
            </a:r>
            <a:r>
              <a:rPr lang="pl-PL" dirty="0"/>
              <a:t>.</a:t>
            </a:r>
          </a:p>
          <a:p>
            <a:r>
              <a:rPr lang="pl-PL" dirty="0" err="1"/>
              <a:t>Before</a:t>
            </a:r>
            <a:r>
              <a:rPr lang="pl-PL" dirty="0"/>
              <a:t> </a:t>
            </a:r>
            <a:r>
              <a:rPr lang="pl-PL" dirty="0" err="1"/>
              <a:t>starting</a:t>
            </a:r>
            <a:r>
              <a:rPr lang="pl-PL" dirty="0"/>
              <a:t> the </a:t>
            </a:r>
            <a:r>
              <a:rPr lang="pl-PL" dirty="0" err="1"/>
              <a:t>analysis</a:t>
            </a:r>
            <a:r>
              <a:rPr lang="pl-PL" dirty="0"/>
              <a:t>, I </a:t>
            </a:r>
            <a:r>
              <a:rPr lang="pl-PL" dirty="0" err="1"/>
              <a:t>checked</a:t>
            </a:r>
            <a:r>
              <a:rPr lang="pl-PL" dirty="0"/>
              <a:t> the data for missing </a:t>
            </a:r>
            <a:r>
              <a:rPr lang="pl-PL" dirty="0" err="1"/>
              <a:t>values</a:t>
            </a:r>
            <a:r>
              <a:rPr lang="pl-PL" dirty="0"/>
              <a:t>, </a:t>
            </a:r>
            <a:r>
              <a:rPr lang="pl-PL" dirty="0" err="1"/>
              <a:t>duplicates</a:t>
            </a:r>
            <a:r>
              <a:rPr lang="pl-PL" dirty="0"/>
              <a:t>, and </a:t>
            </a:r>
            <a:r>
              <a:rPr lang="pl-PL" dirty="0" err="1"/>
              <a:t>inconsistent</a:t>
            </a:r>
            <a:r>
              <a:rPr lang="pl-PL" dirty="0"/>
              <a:t> </a:t>
            </a:r>
            <a:r>
              <a:rPr lang="pl-PL" dirty="0" err="1"/>
              <a:t>formats</a:t>
            </a:r>
            <a:r>
              <a:rPr lang="pl-PL" dirty="0"/>
              <a:t>.</a:t>
            </a:r>
          </a:p>
          <a:p>
            <a:r>
              <a:rPr lang="pl-PL" dirty="0"/>
              <a:t>I </a:t>
            </a:r>
            <a:r>
              <a:rPr lang="pl-PL" dirty="0" err="1"/>
              <a:t>also</a:t>
            </a:r>
            <a:r>
              <a:rPr lang="pl-PL" dirty="0"/>
              <a:t> </a:t>
            </a:r>
            <a:r>
              <a:rPr lang="pl-PL" dirty="0" err="1"/>
              <a:t>standardized</a:t>
            </a:r>
            <a:r>
              <a:rPr lang="pl-PL" dirty="0"/>
              <a:t>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identifiers</a:t>
            </a:r>
            <a:r>
              <a:rPr lang="pl-PL" dirty="0"/>
              <a:t> and </a:t>
            </a:r>
            <a:r>
              <a:rPr lang="pl-PL" dirty="0" err="1"/>
              <a:t>combined</a:t>
            </a:r>
            <a:r>
              <a:rPr lang="pl-PL" dirty="0"/>
              <a:t> the </a:t>
            </a:r>
            <a:r>
              <a:rPr lang="pl-PL" dirty="0" err="1"/>
              <a:t>datasets</a:t>
            </a:r>
            <a:r>
              <a:rPr lang="pl-PL" dirty="0"/>
              <a:t> </a:t>
            </a:r>
            <a:r>
              <a:rPr lang="pl-PL" dirty="0" err="1"/>
              <a:t>into</a:t>
            </a:r>
            <a:r>
              <a:rPr lang="pl-PL" dirty="0"/>
              <a:t> one </a:t>
            </a:r>
            <a:r>
              <a:rPr lang="pl-PL" dirty="0" err="1"/>
              <a:t>analytical</a:t>
            </a:r>
            <a:r>
              <a:rPr lang="pl-PL" dirty="0"/>
              <a:t> </a:t>
            </a:r>
            <a:r>
              <a:rPr lang="pl-PL" dirty="0" err="1"/>
              <a:t>table</a:t>
            </a:r>
            <a:r>
              <a:rPr lang="pl-PL" dirty="0"/>
              <a:t>.</a:t>
            </a:r>
          </a:p>
          <a:p>
            <a:r>
              <a:rPr lang="pl-PL" dirty="0"/>
              <a:t>The </a:t>
            </a:r>
            <a:r>
              <a:rPr lang="pl-PL" dirty="0" err="1"/>
              <a:t>final</a:t>
            </a:r>
            <a:r>
              <a:rPr lang="pl-PL" dirty="0"/>
              <a:t> </a:t>
            </a:r>
            <a:r>
              <a:rPr lang="pl-PL" dirty="0" err="1"/>
              <a:t>dataset</a:t>
            </a:r>
            <a:r>
              <a:rPr lang="pl-PL" dirty="0"/>
              <a:t> </a:t>
            </a:r>
            <a:r>
              <a:rPr lang="pl-PL" dirty="0" err="1"/>
              <a:t>contains</a:t>
            </a:r>
            <a:r>
              <a:rPr lang="pl-PL" dirty="0"/>
              <a:t> 400 </a:t>
            </a:r>
            <a:r>
              <a:rPr lang="pl-PL" dirty="0" err="1"/>
              <a:t>customers</a:t>
            </a:r>
            <a:r>
              <a:rPr lang="pl-PL" dirty="0"/>
              <a:t> and 22 </a:t>
            </a:r>
            <a:r>
              <a:rPr lang="pl-PL" dirty="0" err="1"/>
              <a:t>variables</a:t>
            </a:r>
            <a:r>
              <a:rPr lang="pl-PL" dirty="0"/>
              <a:t>, with one </a:t>
            </a:r>
            <a:r>
              <a:rPr lang="pl-PL" dirty="0" err="1"/>
              <a:t>row</a:t>
            </a:r>
            <a:r>
              <a:rPr lang="pl-PL" dirty="0"/>
              <a:t> </a:t>
            </a:r>
            <a:r>
              <a:rPr lang="pl-PL" dirty="0" err="1"/>
              <a:t>representing</a:t>
            </a:r>
            <a:r>
              <a:rPr lang="pl-PL" dirty="0"/>
              <a:t> one </a:t>
            </a:r>
            <a:r>
              <a:rPr lang="pl-PL" dirty="0" err="1"/>
              <a:t>customer</a:t>
            </a:r>
            <a:r>
              <a:rPr lang="pl-PL" dirty="0"/>
              <a:t>.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allowed</a:t>
            </a:r>
            <a:r>
              <a:rPr lang="pl-PL" dirty="0"/>
              <a:t> me to </a:t>
            </a:r>
            <a:r>
              <a:rPr lang="pl-PL" dirty="0" err="1"/>
              <a:t>compare</a:t>
            </a:r>
            <a:r>
              <a:rPr lang="pl-PL" dirty="0"/>
              <a:t>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characteristics</a:t>
            </a:r>
            <a:r>
              <a:rPr lang="pl-PL" dirty="0"/>
              <a:t>, </a:t>
            </a:r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experiences</a:t>
            </a:r>
            <a:r>
              <a:rPr lang="pl-PL" dirty="0"/>
              <a:t>, and </a:t>
            </a:r>
            <a:r>
              <a:rPr lang="pl-PL" dirty="0" err="1"/>
              <a:t>activity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1055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“</a:t>
            </a:r>
            <a:r>
              <a:rPr lang="pl-PL" dirty="0" err="1"/>
              <a:t>Let’s</a:t>
            </a:r>
            <a:r>
              <a:rPr lang="pl-PL" dirty="0"/>
              <a:t> start with the </a:t>
            </a:r>
            <a:r>
              <a:rPr lang="pl-PL" dirty="0" err="1"/>
              <a:t>current</a:t>
            </a:r>
            <a:r>
              <a:rPr lang="pl-PL" dirty="0"/>
              <a:t> </a:t>
            </a:r>
            <a:r>
              <a:rPr lang="pl-PL" dirty="0" err="1"/>
              <a:t>picture</a:t>
            </a:r>
            <a:r>
              <a:rPr lang="pl-PL" dirty="0"/>
              <a:t> of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.</a:t>
            </a:r>
          </a:p>
          <a:p>
            <a:r>
              <a:rPr lang="pl-PL" dirty="0"/>
              <a:t>In the </a:t>
            </a:r>
            <a:r>
              <a:rPr lang="pl-PL" dirty="0" err="1"/>
              <a:t>dataset</a:t>
            </a:r>
            <a:r>
              <a:rPr lang="pl-PL" dirty="0"/>
              <a:t>, 114 out of 400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were</a:t>
            </a:r>
            <a:r>
              <a:rPr lang="pl-PL" dirty="0"/>
              <a:t> </a:t>
            </a:r>
            <a:r>
              <a:rPr lang="pl-PL" dirty="0" err="1"/>
              <a:t>marked</a:t>
            </a:r>
            <a:r>
              <a:rPr lang="pl-PL" dirty="0"/>
              <a:t> as </a:t>
            </a:r>
            <a:r>
              <a:rPr lang="pl-PL" dirty="0" err="1"/>
              <a:t>churned</a:t>
            </a:r>
            <a:r>
              <a:rPr lang="pl-PL" dirty="0"/>
              <a:t>.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represents</a:t>
            </a:r>
            <a:r>
              <a:rPr lang="pl-PL" dirty="0"/>
              <a:t> 28.5% of the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base</a:t>
            </a:r>
            <a:r>
              <a:rPr lang="pl-PL" dirty="0"/>
              <a:t>.</a:t>
            </a:r>
          </a:p>
          <a:p>
            <a:r>
              <a:rPr lang="pl-PL" dirty="0" err="1"/>
              <a:t>However</a:t>
            </a:r>
            <a:r>
              <a:rPr lang="pl-PL" dirty="0"/>
              <a:t>,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number</a:t>
            </a:r>
            <a:r>
              <a:rPr lang="pl-PL" dirty="0"/>
              <a:t> </a:t>
            </a:r>
            <a:r>
              <a:rPr lang="pl-PL" dirty="0" err="1"/>
              <a:t>needs</a:t>
            </a:r>
            <a:r>
              <a:rPr lang="pl-PL" dirty="0"/>
              <a:t> to be </a:t>
            </a:r>
            <a:r>
              <a:rPr lang="pl-PL" dirty="0" err="1"/>
              <a:t>interpreted</a:t>
            </a:r>
            <a:r>
              <a:rPr lang="pl-PL" dirty="0"/>
              <a:t> </a:t>
            </a:r>
            <a:r>
              <a:rPr lang="pl-PL" dirty="0" err="1"/>
              <a:t>carefully</a:t>
            </a:r>
            <a:r>
              <a:rPr lang="pl-PL" dirty="0"/>
              <a:t>.</a:t>
            </a:r>
          </a:p>
          <a:p>
            <a:r>
              <a:rPr lang="pl-PL" dirty="0"/>
              <a:t>In the </a:t>
            </a:r>
            <a:r>
              <a:rPr lang="pl-PL" dirty="0" err="1"/>
              <a:t>original</a:t>
            </a:r>
            <a:r>
              <a:rPr lang="pl-PL" dirty="0"/>
              <a:t> data, the </a:t>
            </a:r>
            <a:r>
              <a:rPr lang="pl-PL" dirty="0" err="1"/>
              <a:t>remaining</a:t>
            </a:r>
            <a:r>
              <a:rPr lang="pl-PL" dirty="0"/>
              <a:t> 286 </a:t>
            </a:r>
            <a:r>
              <a:rPr lang="pl-PL" dirty="0" err="1"/>
              <a:t>churn</a:t>
            </a:r>
            <a:r>
              <a:rPr lang="pl-PL" dirty="0"/>
              <a:t> </a:t>
            </a:r>
            <a:r>
              <a:rPr lang="pl-PL" dirty="0" err="1"/>
              <a:t>statuses</a:t>
            </a:r>
            <a:r>
              <a:rPr lang="pl-PL" dirty="0"/>
              <a:t> </a:t>
            </a:r>
            <a:r>
              <a:rPr lang="pl-PL" dirty="0" err="1"/>
              <a:t>were</a:t>
            </a:r>
            <a:r>
              <a:rPr lang="pl-PL" dirty="0"/>
              <a:t> missing. For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analysis</a:t>
            </a:r>
            <a:r>
              <a:rPr lang="pl-PL" dirty="0"/>
              <a:t>, I </a:t>
            </a:r>
            <a:r>
              <a:rPr lang="pl-PL" dirty="0" err="1"/>
              <a:t>assumed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missing </a:t>
            </a:r>
            <a:r>
              <a:rPr lang="pl-PL" dirty="0" err="1"/>
              <a:t>values</a:t>
            </a:r>
            <a:r>
              <a:rPr lang="pl-PL" dirty="0"/>
              <a:t> </a:t>
            </a:r>
            <a:r>
              <a:rPr lang="pl-PL" dirty="0" err="1"/>
              <a:t>meant</a:t>
            </a:r>
            <a:r>
              <a:rPr lang="pl-PL" dirty="0"/>
              <a:t> No </a:t>
            </a:r>
            <a:r>
              <a:rPr lang="pl-PL" dirty="0" err="1"/>
              <a:t>Churn</a:t>
            </a:r>
            <a:r>
              <a:rPr lang="pl-PL" dirty="0"/>
              <a:t>.</a:t>
            </a:r>
          </a:p>
          <a:p>
            <a:r>
              <a:rPr lang="pl-PL" dirty="0" err="1"/>
              <a:t>Also</a:t>
            </a:r>
            <a:r>
              <a:rPr lang="pl-PL" dirty="0"/>
              <a:t>, 28.5% </a:t>
            </a:r>
            <a:r>
              <a:rPr lang="pl-PL" dirty="0" err="1"/>
              <a:t>is</a:t>
            </a:r>
            <a:r>
              <a:rPr lang="pl-PL" dirty="0"/>
              <a:t> not a </a:t>
            </a:r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. It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simply</a:t>
            </a:r>
            <a:r>
              <a:rPr lang="pl-PL" dirty="0"/>
              <a:t> the </a:t>
            </a:r>
            <a:r>
              <a:rPr lang="pl-PL" dirty="0" err="1"/>
              <a:t>proportion</a:t>
            </a:r>
            <a:r>
              <a:rPr lang="pl-PL" dirty="0"/>
              <a:t> of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marked</a:t>
            </a:r>
            <a:r>
              <a:rPr lang="pl-PL" dirty="0"/>
              <a:t> as </a:t>
            </a:r>
            <a:r>
              <a:rPr lang="pl-PL" dirty="0" err="1"/>
              <a:t>churned</a:t>
            </a:r>
            <a:r>
              <a:rPr lang="pl-PL" dirty="0"/>
              <a:t> in the </a:t>
            </a:r>
            <a:r>
              <a:rPr lang="pl-PL" dirty="0" err="1"/>
              <a:t>available</a:t>
            </a:r>
            <a:r>
              <a:rPr lang="pl-PL" dirty="0"/>
              <a:t> </a:t>
            </a:r>
            <a:r>
              <a:rPr lang="pl-PL" dirty="0" err="1"/>
              <a:t>dataset</a:t>
            </a:r>
            <a:r>
              <a:rPr lang="pl-PL" dirty="0"/>
              <a:t>.</a:t>
            </a:r>
          </a:p>
          <a:p>
            <a:r>
              <a:rPr lang="pl-PL" dirty="0"/>
              <a:t>In the </a:t>
            </a:r>
            <a:r>
              <a:rPr lang="pl-PL" dirty="0" err="1"/>
              <a:t>future</a:t>
            </a:r>
            <a:r>
              <a:rPr lang="pl-PL" dirty="0"/>
              <a:t>, Fit.ly </a:t>
            </a:r>
            <a:r>
              <a:rPr lang="pl-PL" dirty="0" err="1"/>
              <a:t>should</a:t>
            </a:r>
            <a:r>
              <a:rPr lang="pl-PL" dirty="0"/>
              <a:t> monitor a </a:t>
            </a:r>
            <a:r>
              <a:rPr lang="pl-PL" dirty="0" err="1"/>
              <a:t>proper</a:t>
            </a:r>
            <a:r>
              <a:rPr lang="pl-PL" dirty="0"/>
              <a:t> </a:t>
            </a:r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 to </a:t>
            </a:r>
            <a:r>
              <a:rPr lang="pl-PL" dirty="0" err="1"/>
              <a:t>measure</a:t>
            </a:r>
            <a:r>
              <a:rPr lang="pl-PL" dirty="0"/>
              <a:t> </a:t>
            </a:r>
            <a:r>
              <a:rPr lang="pl-PL" dirty="0" err="1"/>
              <a:t>changes</a:t>
            </a:r>
            <a:r>
              <a:rPr lang="pl-PL" dirty="0"/>
              <a:t> in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retention</a:t>
            </a:r>
            <a:r>
              <a:rPr lang="pl-PL" dirty="0"/>
              <a:t> </a:t>
            </a:r>
            <a:r>
              <a:rPr lang="pl-PL" dirty="0" err="1"/>
              <a:t>over</a:t>
            </a:r>
            <a:r>
              <a:rPr lang="pl-PL" dirty="0"/>
              <a:t> </a:t>
            </a:r>
            <a:r>
              <a:rPr lang="pl-PL" dirty="0" err="1"/>
              <a:t>time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882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The </a:t>
            </a:r>
            <a:r>
              <a:rPr lang="pl-PL" dirty="0" err="1"/>
              <a:t>first</a:t>
            </a:r>
            <a:r>
              <a:rPr lang="pl-PL" dirty="0"/>
              <a:t> </a:t>
            </a:r>
            <a:r>
              <a:rPr lang="pl-PL" dirty="0" err="1"/>
              <a:t>finding</a:t>
            </a:r>
            <a:r>
              <a:rPr lang="pl-PL" dirty="0"/>
              <a:t> </a:t>
            </a:r>
            <a:r>
              <a:rPr lang="pl-PL" dirty="0" err="1"/>
              <a:t>concerns</a:t>
            </a:r>
            <a:r>
              <a:rPr lang="pl-PL" dirty="0"/>
              <a:t> </a:t>
            </a:r>
            <a:r>
              <a:rPr lang="pl-PL" dirty="0" err="1"/>
              <a:t>subscription</a:t>
            </a:r>
            <a:r>
              <a:rPr lang="pl-PL" dirty="0"/>
              <a:t> </a:t>
            </a:r>
            <a:r>
              <a:rPr lang="pl-PL" dirty="0" err="1"/>
              <a:t>plans</a:t>
            </a:r>
            <a:r>
              <a:rPr lang="pl-PL" dirty="0"/>
              <a:t>.</a:t>
            </a:r>
          </a:p>
          <a:p>
            <a:r>
              <a:rPr lang="pl-PL" dirty="0"/>
              <a:t>The Free plan </a:t>
            </a:r>
            <a:r>
              <a:rPr lang="pl-PL" dirty="0" err="1"/>
              <a:t>had</a:t>
            </a:r>
            <a:r>
              <a:rPr lang="pl-PL" dirty="0"/>
              <a:t> the </a:t>
            </a:r>
            <a:r>
              <a:rPr lang="pl-PL" dirty="0" err="1"/>
              <a:t>highest</a:t>
            </a:r>
            <a:r>
              <a:rPr lang="pl-PL" dirty="0"/>
              <a:t> </a:t>
            </a:r>
            <a:r>
              <a:rPr lang="pl-PL" dirty="0" err="1"/>
              <a:t>proportion</a:t>
            </a:r>
            <a:r>
              <a:rPr lang="pl-PL" dirty="0"/>
              <a:t> of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marked</a:t>
            </a:r>
            <a:r>
              <a:rPr lang="pl-PL" dirty="0"/>
              <a:t> as </a:t>
            </a:r>
            <a:r>
              <a:rPr lang="pl-PL" dirty="0" err="1"/>
              <a:t>churned</a:t>
            </a:r>
            <a:r>
              <a:rPr lang="pl-PL" dirty="0"/>
              <a:t>, </a:t>
            </a:r>
            <a:r>
              <a:rPr lang="pl-PL" dirty="0" err="1"/>
              <a:t>at</a:t>
            </a:r>
            <a:r>
              <a:rPr lang="pl-PL" dirty="0"/>
              <a:t> 41%.</a:t>
            </a:r>
          </a:p>
          <a:p>
            <a:r>
              <a:rPr lang="pl-PL" dirty="0"/>
              <a:t>For </a:t>
            </a:r>
            <a:r>
              <a:rPr lang="pl-PL" dirty="0" err="1"/>
              <a:t>comparison</a:t>
            </a:r>
            <a:r>
              <a:rPr lang="pl-PL" dirty="0"/>
              <a:t>, the </a:t>
            </a:r>
            <a:r>
              <a:rPr lang="pl-PL" dirty="0" err="1"/>
              <a:t>proportion</a:t>
            </a:r>
            <a:r>
              <a:rPr lang="pl-PL" dirty="0"/>
              <a:t> was </a:t>
            </a:r>
            <a:r>
              <a:rPr lang="pl-PL" dirty="0" err="1"/>
              <a:t>approximately</a:t>
            </a:r>
            <a:r>
              <a:rPr lang="pl-PL" dirty="0"/>
              <a:t> 24% for Basic, 22% for Pro, and 26% for Enterprise.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suggests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 </a:t>
            </a:r>
            <a:r>
              <a:rPr lang="pl-PL" dirty="0" err="1"/>
              <a:t>differ</a:t>
            </a:r>
            <a:r>
              <a:rPr lang="pl-PL" dirty="0"/>
              <a:t> </a:t>
            </a:r>
            <a:r>
              <a:rPr lang="pl-PL" dirty="0" err="1"/>
              <a:t>across</a:t>
            </a:r>
            <a:r>
              <a:rPr lang="pl-PL" dirty="0"/>
              <a:t> </a:t>
            </a:r>
            <a:r>
              <a:rPr lang="pl-PL" dirty="0" err="1"/>
              <a:t>subscription</a:t>
            </a:r>
            <a:r>
              <a:rPr lang="pl-PL" dirty="0"/>
              <a:t> </a:t>
            </a:r>
            <a:r>
              <a:rPr lang="pl-PL" dirty="0" err="1"/>
              <a:t>plans</a:t>
            </a:r>
            <a:r>
              <a:rPr lang="pl-PL" dirty="0"/>
              <a:t>.</a:t>
            </a:r>
          </a:p>
          <a:p>
            <a:r>
              <a:rPr lang="pl-PL" dirty="0" err="1"/>
              <a:t>However</a:t>
            </a:r>
            <a:r>
              <a:rPr lang="pl-PL" dirty="0"/>
              <a:t>, we </a:t>
            </a:r>
            <a:r>
              <a:rPr lang="pl-PL" dirty="0" err="1"/>
              <a:t>cannot</a:t>
            </a:r>
            <a:r>
              <a:rPr lang="pl-PL" dirty="0"/>
              <a:t> </a:t>
            </a:r>
            <a:r>
              <a:rPr lang="pl-PL" dirty="0" err="1"/>
              <a:t>conclude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the Free plan </a:t>
            </a:r>
            <a:r>
              <a:rPr lang="pl-PL" dirty="0" err="1"/>
              <a:t>itself</a:t>
            </a:r>
            <a:r>
              <a:rPr lang="pl-PL" dirty="0"/>
              <a:t> </a:t>
            </a:r>
            <a:r>
              <a:rPr lang="pl-PL" dirty="0" err="1"/>
              <a:t>causes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to </a:t>
            </a:r>
            <a:r>
              <a:rPr lang="pl-PL" dirty="0" err="1"/>
              <a:t>leave</a:t>
            </a:r>
            <a:r>
              <a:rPr lang="pl-PL" dirty="0"/>
              <a:t>.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factors</a:t>
            </a:r>
            <a:r>
              <a:rPr lang="pl-PL" dirty="0"/>
              <a:t>, </a:t>
            </a:r>
            <a:r>
              <a:rPr lang="pl-PL" dirty="0" err="1"/>
              <a:t>such</a:t>
            </a:r>
            <a:r>
              <a:rPr lang="pl-PL" dirty="0"/>
              <a:t> as </a:t>
            </a:r>
            <a:r>
              <a:rPr lang="pl-PL" dirty="0" err="1"/>
              <a:t>user</a:t>
            </a:r>
            <a:r>
              <a:rPr lang="pl-PL" dirty="0"/>
              <a:t> engagement, </a:t>
            </a:r>
            <a:r>
              <a:rPr lang="pl-PL" dirty="0" err="1"/>
              <a:t>may</a:t>
            </a:r>
            <a:r>
              <a:rPr lang="pl-PL" dirty="0"/>
              <a:t> </a:t>
            </a:r>
            <a:r>
              <a:rPr lang="pl-PL" dirty="0" err="1"/>
              <a:t>also</a:t>
            </a:r>
            <a:r>
              <a:rPr lang="pl-PL" dirty="0"/>
              <a:t> </a:t>
            </a:r>
            <a:r>
              <a:rPr lang="pl-PL" dirty="0" err="1"/>
              <a:t>play</a:t>
            </a:r>
            <a:r>
              <a:rPr lang="pl-PL" dirty="0"/>
              <a:t> a role.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2187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I </a:t>
            </a:r>
            <a:r>
              <a:rPr lang="pl-PL" dirty="0" err="1"/>
              <a:t>examined</a:t>
            </a:r>
            <a:r>
              <a:rPr lang="pl-PL" dirty="0"/>
              <a:t> </a:t>
            </a:r>
            <a:r>
              <a:rPr lang="pl-PL" dirty="0" err="1"/>
              <a:t>two</a:t>
            </a:r>
            <a:r>
              <a:rPr lang="pl-PL" dirty="0"/>
              <a:t> </a:t>
            </a:r>
            <a:r>
              <a:rPr lang="pl-PL" dirty="0" err="1"/>
              <a:t>aspects</a:t>
            </a:r>
            <a:r>
              <a:rPr lang="pl-PL" dirty="0"/>
              <a:t> of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support</a:t>
            </a:r>
            <a:r>
              <a:rPr lang="pl-PL" dirty="0"/>
              <a:t>.</a:t>
            </a:r>
          </a:p>
          <a:p>
            <a:r>
              <a:rPr lang="pl-PL" dirty="0"/>
              <a:t>First, I </a:t>
            </a:r>
            <a:r>
              <a:rPr lang="pl-PL" dirty="0" err="1"/>
              <a:t>compared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who</a:t>
            </a:r>
            <a:r>
              <a:rPr lang="pl-PL" dirty="0"/>
              <a:t> </a:t>
            </a:r>
            <a:r>
              <a:rPr lang="pl-PL" dirty="0" err="1"/>
              <a:t>had</a:t>
            </a:r>
            <a:r>
              <a:rPr lang="pl-PL" dirty="0"/>
              <a:t> </a:t>
            </a:r>
            <a:r>
              <a:rPr lang="pl-PL" dirty="0" err="1"/>
              <a:t>contacted</a:t>
            </a:r>
            <a:r>
              <a:rPr lang="pl-PL" dirty="0"/>
              <a:t> </a:t>
            </a:r>
            <a:r>
              <a:rPr lang="pl-PL" dirty="0" err="1"/>
              <a:t>support</a:t>
            </a:r>
            <a:r>
              <a:rPr lang="pl-PL" dirty="0"/>
              <a:t> with </a:t>
            </a:r>
            <a:r>
              <a:rPr lang="pl-PL" dirty="0" err="1"/>
              <a:t>those</a:t>
            </a:r>
            <a:r>
              <a:rPr lang="pl-PL" dirty="0"/>
              <a:t> </a:t>
            </a:r>
            <a:r>
              <a:rPr lang="pl-PL" dirty="0" err="1"/>
              <a:t>who</a:t>
            </a:r>
            <a:r>
              <a:rPr lang="pl-PL" dirty="0"/>
              <a:t> </a:t>
            </a:r>
            <a:r>
              <a:rPr lang="pl-PL" dirty="0" err="1"/>
              <a:t>had</a:t>
            </a:r>
            <a:r>
              <a:rPr lang="pl-PL" dirty="0"/>
              <a:t> not. </a:t>
            </a:r>
            <a:r>
              <a:rPr lang="pl-PL" dirty="0" err="1"/>
              <a:t>Although</a:t>
            </a:r>
            <a:r>
              <a:rPr lang="pl-PL" dirty="0"/>
              <a:t> the </a:t>
            </a:r>
            <a:r>
              <a:rPr lang="pl-PL" dirty="0" err="1"/>
              <a:t>observed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 </a:t>
            </a:r>
            <a:r>
              <a:rPr lang="pl-PL" dirty="0" err="1"/>
              <a:t>proportion</a:t>
            </a:r>
            <a:r>
              <a:rPr lang="pl-PL" dirty="0"/>
              <a:t> was </a:t>
            </a:r>
            <a:r>
              <a:rPr lang="pl-PL" dirty="0" err="1"/>
              <a:t>higher</a:t>
            </a:r>
            <a:r>
              <a:rPr lang="pl-PL" dirty="0"/>
              <a:t> </a:t>
            </a:r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with </a:t>
            </a:r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tickets</a:t>
            </a:r>
            <a:r>
              <a:rPr lang="pl-PL" dirty="0"/>
              <a:t>, the </a:t>
            </a:r>
            <a:r>
              <a:rPr lang="pl-PL" dirty="0" err="1"/>
              <a:t>analysis</a:t>
            </a:r>
            <a:r>
              <a:rPr lang="pl-PL" dirty="0"/>
              <a:t> </a:t>
            </a:r>
            <a:r>
              <a:rPr lang="pl-PL" dirty="0" err="1"/>
              <a:t>did</a:t>
            </a:r>
            <a:r>
              <a:rPr lang="pl-PL" dirty="0"/>
              <a:t> not </a:t>
            </a:r>
            <a:r>
              <a:rPr lang="pl-PL" dirty="0" err="1"/>
              <a:t>provide</a:t>
            </a:r>
            <a:r>
              <a:rPr lang="pl-PL" dirty="0"/>
              <a:t> </a:t>
            </a:r>
            <a:r>
              <a:rPr lang="pl-PL" dirty="0" err="1"/>
              <a:t>strong</a:t>
            </a:r>
            <a:r>
              <a:rPr lang="pl-PL" dirty="0"/>
              <a:t> </a:t>
            </a:r>
            <a:r>
              <a:rPr lang="pl-PL" dirty="0" err="1"/>
              <a:t>enough</a:t>
            </a:r>
            <a:r>
              <a:rPr lang="pl-PL" dirty="0"/>
              <a:t> </a:t>
            </a:r>
            <a:r>
              <a:rPr lang="pl-PL" dirty="0" err="1"/>
              <a:t>evidence</a:t>
            </a:r>
            <a:r>
              <a:rPr lang="pl-PL" dirty="0"/>
              <a:t> to </a:t>
            </a:r>
            <a:r>
              <a:rPr lang="pl-PL" dirty="0" err="1"/>
              <a:t>confirm</a:t>
            </a:r>
            <a:r>
              <a:rPr lang="pl-PL" dirty="0"/>
              <a:t>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association</a:t>
            </a:r>
            <a:r>
              <a:rPr lang="pl-PL" dirty="0"/>
              <a:t>.</a:t>
            </a:r>
          </a:p>
          <a:p>
            <a:r>
              <a:rPr lang="pl-PL" dirty="0"/>
              <a:t>The </a:t>
            </a:r>
            <a:r>
              <a:rPr lang="pl-PL" dirty="0" err="1"/>
              <a:t>second</a:t>
            </a:r>
            <a:r>
              <a:rPr lang="pl-PL" dirty="0"/>
              <a:t> </a:t>
            </a:r>
            <a:r>
              <a:rPr lang="pl-PL" dirty="0" err="1"/>
              <a:t>finding</a:t>
            </a:r>
            <a:r>
              <a:rPr lang="pl-PL" dirty="0"/>
              <a:t> was much </a:t>
            </a:r>
            <a:r>
              <a:rPr lang="pl-PL" dirty="0" err="1"/>
              <a:t>clearer</a:t>
            </a:r>
            <a:r>
              <a:rPr lang="pl-PL" dirty="0"/>
              <a:t>.</a:t>
            </a:r>
          </a:p>
          <a:p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with </a:t>
            </a:r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tickets</a:t>
            </a:r>
            <a:r>
              <a:rPr lang="pl-PL" dirty="0"/>
              <a:t>, </a:t>
            </a:r>
            <a:r>
              <a:rPr lang="pl-PL" dirty="0" err="1"/>
              <a:t>those</a:t>
            </a:r>
            <a:r>
              <a:rPr lang="pl-PL" dirty="0"/>
              <a:t> </a:t>
            </a:r>
            <a:r>
              <a:rPr lang="pl-PL" dirty="0" err="1"/>
              <a:t>marked</a:t>
            </a:r>
            <a:r>
              <a:rPr lang="pl-PL" dirty="0"/>
              <a:t> as </a:t>
            </a:r>
            <a:r>
              <a:rPr lang="pl-PL" dirty="0" err="1"/>
              <a:t>churned</a:t>
            </a:r>
            <a:r>
              <a:rPr lang="pl-PL" dirty="0"/>
              <a:t> </a:t>
            </a:r>
            <a:r>
              <a:rPr lang="pl-PL" dirty="0" err="1"/>
              <a:t>had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average</a:t>
            </a:r>
            <a:r>
              <a:rPr lang="pl-PL" dirty="0"/>
              <a:t> resolution </a:t>
            </a:r>
            <a:r>
              <a:rPr lang="pl-PL" dirty="0" err="1"/>
              <a:t>time</a:t>
            </a:r>
            <a:r>
              <a:rPr lang="pl-PL" dirty="0"/>
              <a:t> of </a:t>
            </a:r>
            <a:r>
              <a:rPr lang="pl-PL" dirty="0" err="1"/>
              <a:t>almost</a:t>
            </a:r>
            <a:r>
              <a:rPr lang="pl-PL" dirty="0"/>
              <a:t> 19 </a:t>
            </a:r>
            <a:r>
              <a:rPr lang="pl-PL" dirty="0" err="1"/>
              <a:t>hours</a:t>
            </a:r>
            <a:r>
              <a:rPr lang="pl-PL" dirty="0"/>
              <a:t>.</a:t>
            </a:r>
          </a:p>
          <a:p>
            <a:r>
              <a:rPr lang="pl-PL" dirty="0"/>
              <a:t>For </a:t>
            </a:r>
            <a:r>
              <a:rPr lang="pl-PL" dirty="0" err="1"/>
              <a:t>customers</a:t>
            </a:r>
            <a:r>
              <a:rPr lang="pl-PL" dirty="0"/>
              <a:t> not </a:t>
            </a:r>
            <a:r>
              <a:rPr lang="pl-PL" dirty="0" err="1"/>
              <a:t>marked</a:t>
            </a:r>
            <a:r>
              <a:rPr lang="pl-PL" dirty="0"/>
              <a:t> as </a:t>
            </a:r>
            <a:r>
              <a:rPr lang="pl-PL" dirty="0" err="1"/>
              <a:t>churned</a:t>
            </a:r>
            <a:r>
              <a:rPr lang="pl-PL" dirty="0"/>
              <a:t>, the </a:t>
            </a:r>
            <a:r>
              <a:rPr lang="pl-PL" dirty="0" err="1"/>
              <a:t>average</a:t>
            </a:r>
            <a:r>
              <a:rPr lang="pl-PL" dirty="0"/>
              <a:t> was less </a:t>
            </a:r>
            <a:r>
              <a:rPr lang="pl-PL" dirty="0" err="1"/>
              <a:t>than</a:t>
            </a:r>
            <a:r>
              <a:rPr lang="pl-PL" dirty="0"/>
              <a:t> 7 </a:t>
            </a:r>
            <a:r>
              <a:rPr lang="pl-PL" dirty="0" err="1"/>
              <a:t>hours</a:t>
            </a:r>
            <a:r>
              <a:rPr lang="pl-PL" dirty="0"/>
              <a:t>.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suggests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resolution </a:t>
            </a:r>
            <a:r>
              <a:rPr lang="pl-PL" dirty="0" err="1"/>
              <a:t>time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important</a:t>
            </a:r>
            <a:r>
              <a:rPr lang="pl-PL" dirty="0"/>
              <a:t> </a:t>
            </a:r>
            <a:r>
              <a:rPr lang="pl-PL" dirty="0" err="1"/>
              <a:t>area</a:t>
            </a:r>
            <a:r>
              <a:rPr lang="pl-PL" dirty="0"/>
              <a:t> to </a:t>
            </a:r>
            <a:r>
              <a:rPr lang="pl-PL" dirty="0" err="1"/>
              <a:t>investigate</a:t>
            </a:r>
            <a:r>
              <a:rPr lang="pl-PL" dirty="0"/>
              <a:t> </a:t>
            </a:r>
            <a:r>
              <a:rPr lang="pl-PL" dirty="0" err="1"/>
              <a:t>further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106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One of the </a:t>
            </a:r>
            <a:r>
              <a:rPr lang="pl-PL" dirty="0" err="1"/>
              <a:t>clearest</a:t>
            </a:r>
            <a:r>
              <a:rPr lang="pl-PL" dirty="0"/>
              <a:t> </a:t>
            </a:r>
            <a:r>
              <a:rPr lang="pl-PL" dirty="0" err="1"/>
              <a:t>patterns</a:t>
            </a:r>
            <a:r>
              <a:rPr lang="pl-PL" dirty="0"/>
              <a:t> in the </a:t>
            </a:r>
            <a:r>
              <a:rPr lang="pl-PL" dirty="0" err="1"/>
              <a:t>analysis</a:t>
            </a:r>
            <a:r>
              <a:rPr lang="pl-PL" dirty="0"/>
              <a:t> was </a:t>
            </a:r>
            <a:r>
              <a:rPr lang="pl-PL" dirty="0" err="1"/>
              <a:t>related</a:t>
            </a:r>
            <a:r>
              <a:rPr lang="pl-PL" dirty="0"/>
              <a:t> to </a:t>
            </a:r>
            <a:r>
              <a:rPr lang="pl-PL" dirty="0" err="1"/>
              <a:t>user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.</a:t>
            </a:r>
          </a:p>
          <a:p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with no </a:t>
            </a:r>
            <a:r>
              <a:rPr lang="pl-PL" dirty="0" err="1"/>
              <a:t>recorded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, </a:t>
            </a:r>
            <a:r>
              <a:rPr lang="pl-PL" dirty="0" err="1"/>
              <a:t>approximately</a:t>
            </a:r>
            <a:r>
              <a:rPr lang="pl-PL" dirty="0"/>
              <a:t> 54% </a:t>
            </a:r>
            <a:r>
              <a:rPr lang="pl-PL" dirty="0" err="1"/>
              <a:t>were</a:t>
            </a:r>
            <a:r>
              <a:rPr lang="pl-PL" dirty="0"/>
              <a:t> </a:t>
            </a:r>
            <a:r>
              <a:rPr lang="pl-PL" dirty="0" err="1"/>
              <a:t>marked</a:t>
            </a:r>
            <a:r>
              <a:rPr lang="pl-PL" dirty="0"/>
              <a:t> as </a:t>
            </a:r>
            <a:r>
              <a:rPr lang="pl-PL" dirty="0" err="1"/>
              <a:t>churned</a:t>
            </a:r>
            <a:r>
              <a:rPr lang="pl-PL" dirty="0"/>
              <a:t>.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proportion</a:t>
            </a:r>
            <a:r>
              <a:rPr lang="pl-PL" dirty="0"/>
              <a:t> </a:t>
            </a:r>
            <a:r>
              <a:rPr lang="pl-PL" dirty="0" err="1"/>
              <a:t>decreased</a:t>
            </a:r>
            <a:r>
              <a:rPr lang="pl-PL" dirty="0"/>
              <a:t> to </a:t>
            </a:r>
            <a:r>
              <a:rPr lang="pl-PL" dirty="0" err="1"/>
              <a:t>about</a:t>
            </a:r>
            <a:r>
              <a:rPr lang="pl-PL" dirty="0"/>
              <a:t> 21% for </a:t>
            </a:r>
            <a:r>
              <a:rPr lang="pl-PL" dirty="0" err="1"/>
              <a:t>customers</a:t>
            </a:r>
            <a:r>
              <a:rPr lang="pl-PL" dirty="0"/>
              <a:t> with one </a:t>
            </a:r>
            <a:r>
              <a:rPr lang="pl-PL" dirty="0" err="1"/>
              <a:t>recorded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, and to </a:t>
            </a:r>
            <a:r>
              <a:rPr lang="pl-PL" dirty="0" err="1"/>
              <a:t>around</a:t>
            </a:r>
            <a:r>
              <a:rPr lang="pl-PL" dirty="0"/>
              <a:t> 4% for </a:t>
            </a:r>
            <a:r>
              <a:rPr lang="pl-PL" dirty="0" err="1"/>
              <a:t>customers</a:t>
            </a:r>
            <a:r>
              <a:rPr lang="pl-PL" dirty="0"/>
              <a:t> with </a:t>
            </a:r>
            <a:r>
              <a:rPr lang="pl-PL" dirty="0" err="1"/>
              <a:t>three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activities</a:t>
            </a:r>
            <a:r>
              <a:rPr lang="pl-PL" dirty="0"/>
              <a:t>.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shows</a:t>
            </a:r>
            <a:r>
              <a:rPr lang="pl-PL" dirty="0"/>
              <a:t> a </a:t>
            </a:r>
            <a:r>
              <a:rPr lang="pl-PL" dirty="0" err="1"/>
              <a:t>strong</a:t>
            </a:r>
            <a:r>
              <a:rPr lang="pl-PL" dirty="0"/>
              <a:t> </a:t>
            </a:r>
            <a:r>
              <a:rPr lang="pl-PL" dirty="0" err="1"/>
              <a:t>relationship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recorded</a:t>
            </a:r>
            <a:r>
              <a:rPr lang="pl-PL" dirty="0"/>
              <a:t> engagement and </a:t>
            </a:r>
            <a:r>
              <a:rPr lang="pl-PL" dirty="0" err="1"/>
              <a:t>churn</a:t>
            </a:r>
            <a:r>
              <a:rPr lang="pl-PL" dirty="0"/>
              <a:t> status.</a:t>
            </a:r>
          </a:p>
          <a:p>
            <a:r>
              <a:rPr lang="pl-PL" dirty="0" err="1"/>
              <a:t>However</a:t>
            </a:r>
            <a:r>
              <a:rPr lang="pl-PL" dirty="0"/>
              <a:t>, </a:t>
            </a:r>
            <a:r>
              <a:rPr lang="pl-PL" dirty="0" err="1"/>
              <a:t>there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important</a:t>
            </a:r>
            <a:r>
              <a:rPr lang="pl-PL" dirty="0"/>
              <a:t> </a:t>
            </a:r>
            <a:r>
              <a:rPr lang="pl-PL" dirty="0" err="1"/>
              <a:t>limitation</a:t>
            </a:r>
            <a:r>
              <a:rPr lang="pl-PL" dirty="0"/>
              <a:t>. The </a:t>
            </a:r>
            <a:r>
              <a:rPr lang="pl-PL" dirty="0" err="1"/>
              <a:t>activity</a:t>
            </a:r>
            <a:r>
              <a:rPr lang="pl-PL" dirty="0"/>
              <a:t> </a:t>
            </a:r>
            <a:r>
              <a:rPr lang="pl-PL" dirty="0" err="1"/>
              <a:t>tracking</a:t>
            </a:r>
            <a:r>
              <a:rPr lang="pl-PL" dirty="0"/>
              <a:t> system </a:t>
            </a:r>
            <a:r>
              <a:rPr lang="pl-PL" dirty="0" err="1"/>
              <a:t>experienced</a:t>
            </a:r>
            <a:r>
              <a:rPr lang="pl-PL" dirty="0"/>
              <a:t> </a:t>
            </a:r>
            <a:r>
              <a:rPr lang="pl-PL" dirty="0" err="1"/>
              <a:t>downtime</a:t>
            </a:r>
            <a:r>
              <a:rPr lang="pl-PL" dirty="0"/>
              <a:t>, </a:t>
            </a:r>
            <a:r>
              <a:rPr lang="pl-PL" dirty="0" err="1"/>
              <a:t>so</a:t>
            </a:r>
            <a:r>
              <a:rPr lang="pl-PL" dirty="0"/>
              <a:t> zero </a:t>
            </a:r>
            <a:r>
              <a:rPr lang="pl-PL" dirty="0" err="1"/>
              <a:t>recorded</a:t>
            </a:r>
            <a:r>
              <a:rPr lang="pl-PL" dirty="0"/>
              <a:t> </a:t>
            </a:r>
            <a:r>
              <a:rPr lang="pl-PL" dirty="0" err="1"/>
              <a:t>activities</a:t>
            </a:r>
            <a:r>
              <a:rPr lang="pl-PL" dirty="0"/>
              <a:t> </a:t>
            </a:r>
            <a:r>
              <a:rPr lang="pl-PL" dirty="0" err="1"/>
              <a:t>does</a:t>
            </a:r>
            <a:r>
              <a:rPr lang="pl-PL" dirty="0"/>
              <a:t> not </a:t>
            </a:r>
            <a:r>
              <a:rPr lang="pl-PL" dirty="0" err="1"/>
              <a:t>always</a:t>
            </a:r>
            <a:r>
              <a:rPr lang="pl-PL" dirty="0"/>
              <a:t> </a:t>
            </a:r>
            <a:r>
              <a:rPr lang="pl-PL" dirty="0" err="1"/>
              <a:t>mean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a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never</a:t>
            </a:r>
            <a:r>
              <a:rPr lang="pl-PL" dirty="0"/>
              <a:t> </a:t>
            </a:r>
            <a:r>
              <a:rPr lang="pl-PL" dirty="0" err="1"/>
              <a:t>used</a:t>
            </a:r>
            <a:r>
              <a:rPr lang="pl-PL" dirty="0"/>
              <a:t> the </a:t>
            </a:r>
            <a:r>
              <a:rPr lang="pl-PL" dirty="0" err="1"/>
              <a:t>app</a:t>
            </a:r>
            <a:r>
              <a:rPr lang="pl-PL" dirty="0"/>
              <a:t>.</a:t>
            </a:r>
          </a:p>
          <a:p>
            <a:r>
              <a:rPr lang="pl-PL" dirty="0" err="1"/>
              <a:t>Even</a:t>
            </a:r>
            <a:r>
              <a:rPr lang="pl-PL" dirty="0"/>
              <a:t> with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limitation</a:t>
            </a:r>
            <a:r>
              <a:rPr lang="pl-PL" dirty="0"/>
              <a:t>, engagement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pl-PL" dirty="0" err="1"/>
              <a:t>important</a:t>
            </a:r>
            <a:r>
              <a:rPr lang="pl-PL" dirty="0"/>
              <a:t> </a:t>
            </a:r>
            <a:r>
              <a:rPr lang="pl-PL" dirty="0" err="1"/>
              <a:t>area</a:t>
            </a:r>
            <a:r>
              <a:rPr lang="pl-PL" dirty="0"/>
              <a:t> for Fit.ly to monitor.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9567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I </a:t>
            </a:r>
            <a:r>
              <a:rPr lang="pl-PL" dirty="0" err="1"/>
              <a:t>also</a:t>
            </a:r>
            <a:r>
              <a:rPr lang="pl-PL" dirty="0"/>
              <a:t> </a:t>
            </a:r>
            <a:r>
              <a:rPr lang="pl-PL" dirty="0" err="1"/>
              <a:t>looked</a:t>
            </a:r>
            <a:r>
              <a:rPr lang="pl-PL" dirty="0"/>
              <a:t> </a:t>
            </a:r>
            <a:r>
              <a:rPr lang="pl-PL" dirty="0" err="1"/>
              <a:t>at</a:t>
            </a:r>
            <a:r>
              <a:rPr lang="pl-PL" dirty="0"/>
              <a:t> the </a:t>
            </a:r>
            <a:r>
              <a:rPr lang="pl-PL" dirty="0" err="1"/>
              <a:t>types</a:t>
            </a:r>
            <a:r>
              <a:rPr lang="pl-PL" dirty="0"/>
              <a:t> of </a:t>
            </a:r>
            <a:r>
              <a:rPr lang="pl-PL" dirty="0" err="1"/>
              <a:t>activities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performed</a:t>
            </a:r>
            <a:r>
              <a:rPr lang="pl-PL" dirty="0"/>
              <a:t>.</a:t>
            </a:r>
          </a:p>
          <a:p>
            <a:r>
              <a:rPr lang="pl-PL" dirty="0"/>
              <a:t>For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analysis</a:t>
            </a:r>
            <a:r>
              <a:rPr lang="pl-PL" dirty="0"/>
              <a:t>, I </a:t>
            </a:r>
            <a:r>
              <a:rPr lang="pl-PL" dirty="0" err="1"/>
              <a:t>focused</a:t>
            </a:r>
            <a:r>
              <a:rPr lang="pl-PL" dirty="0"/>
              <a:t> </a:t>
            </a:r>
            <a:r>
              <a:rPr lang="pl-PL" dirty="0" err="1"/>
              <a:t>only</a:t>
            </a:r>
            <a:r>
              <a:rPr lang="pl-PL" dirty="0"/>
              <a:t> on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who</a:t>
            </a:r>
            <a:r>
              <a:rPr lang="pl-PL" dirty="0"/>
              <a:t> </a:t>
            </a:r>
            <a:r>
              <a:rPr lang="pl-PL" dirty="0" err="1"/>
              <a:t>had</a:t>
            </a:r>
            <a:r>
              <a:rPr lang="pl-PL" dirty="0"/>
              <a:t> </a:t>
            </a:r>
            <a:r>
              <a:rPr lang="pl-PL" dirty="0" err="1"/>
              <a:t>at</a:t>
            </a:r>
            <a:r>
              <a:rPr lang="pl-PL" dirty="0"/>
              <a:t> </a:t>
            </a:r>
            <a:r>
              <a:rPr lang="pl-PL" dirty="0" err="1"/>
              <a:t>least</a:t>
            </a:r>
            <a:r>
              <a:rPr lang="pl-PL" dirty="0"/>
              <a:t> one </a:t>
            </a:r>
            <a:r>
              <a:rPr lang="pl-PL" dirty="0" err="1"/>
              <a:t>recorded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.</a:t>
            </a:r>
          </a:p>
          <a:p>
            <a:r>
              <a:rPr lang="pl-PL" dirty="0" err="1"/>
              <a:t>Two</a:t>
            </a:r>
            <a:r>
              <a:rPr lang="pl-PL" dirty="0"/>
              <a:t> </a:t>
            </a:r>
            <a:r>
              <a:rPr lang="pl-PL" dirty="0" err="1"/>
              <a:t>features</a:t>
            </a:r>
            <a:r>
              <a:rPr lang="pl-PL" dirty="0"/>
              <a:t> </a:t>
            </a:r>
            <a:r>
              <a:rPr lang="pl-PL" dirty="0" err="1"/>
              <a:t>stood</a:t>
            </a:r>
            <a:r>
              <a:rPr lang="pl-PL" dirty="0"/>
              <a:t> out: </a:t>
            </a:r>
            <a:r>
              <a:rPr lang="pl-PL" dirty="0" err="1"/>
              <a:t>tracking</a:t>
            </a:r>
            <a:r>
              <a:rPr lang="pl-PL" dirty="0"/>
              <a:t> </a:t>
            </a:r>
            <a:r>
              <a:rPr lang="pl-PL" dirty="0" err="1"/>
              <a:t>workouts</a:t>
            </a:r>
            <a:r>
              <a:rPr lang="pl-PL" dirty="0"/>
              <a:t> and </a:t>
            </a:r>
            <a:r>
              <a:rPr lang="pl-PL" dirty="0" err="1"/>
              <a:t>sharing</a:t>
            </a:r>
            <a:r>
              <a:rPr lang="pl-PL" dirty="0"/>
              <a:t> </a:t>
            </a:r>
            <a:r>
              <a:rPr lang="pl-PL" dirty="0" err="1"/>
              <a:t>workouts</a:t>
            </a:r>
            <a:r>
              <a:rPr lang="pl-PL" dirty="0"/>
              <a:t>.</a:t>
            </a:r>
          </a:p>
          <a:p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who</a:t>
            </a:r>
            <a:r>
              <a:rPr lang="pl-PL" dirty="0"/>
              <a:t> </a:t>
            </a:r>
            <a:r>
              <a:rPr lang="pl-PL" dirty="0" err="1"/>
              <a:t>tracked</a:t>
            </a:r>
            <a:r>
              <a:rPr lang="pl-PL" dirty="0"/>
              <a:t> </a:t>
            </a:r>
            <a:r>
              <a:rPr lang="pl-PL" dirty="0" err="1"/>
              <a:t>workouts</a:t>
            </a:r>
            <a:r>
              <a:rPr lang="pl-PL" dirty="0"/>
              <a:t>, </a:t>
            </a:r>
            <a:r>
              <a:rPr lang="pl-PL" dirty="0" err="1"/>
              <a:t>only</a:t>
            </a:r>
            <a:r>
              <a:rPr lang="pl-PL" dirty="0"/>
              <a:t> 1% </a:t>
            </a:r>
            <a:r>
              <a:rPr lang="pl-PL" dirty="0" err="1"/>
              <a:t>were</a:t>
            </a:r>
            <a:r>
              <a:rPr lang="pl-PL" dirty="0"/>
              <a:t> </a:t>
            </a:r>
            <a:r>
              <a:rPr lang="pl-PL" dirty="0" err="1"/>
              <a:t>marked</a:t>
            </a:r>
            <a:r>
              <a:rPr lang="pl-PL" dirty="0"/>
              <a:t> as </a:t>
            </a:r>
            <a:r>
              <a:rPr lang="pl-PL" dirty="0" err="1"/>
              <a:t>churned</a:t>
            </a:r>
            <a:r>
              <a:rPr lang="pl-PL" dirty="0"/>
              <a:t>, </a:t>
            </a:r>
            <a:r>
              <a:rPr lang="pl-PL" dirty="0" err="1"/>
              <a:t>compared</a:t>
            </a:r>
            <a:r>
              <a:rPr lang="pl-PL" dirty="0"/>
              <a:t> with </a:t>
            </a:r>
            <a:r>
              <a:rPr lang="pl-PL" b="0" dirty="0" err="1"/>
              <a:t>about</a:t>
            </a:r>
            <a:r>
              <a:rPr lang="pl-PL" dirty="0"/>
              <a:t> 20% </a:t>
            </a:r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active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.</a:t>
            </a:r>
          </a:p>
          <a:p>
            <a:r>
              <a:rPr lang="pl-PL" dirty="0"/>
              <a:t>A </a:t>
            </a:r>
            <a:r>
              <a:rPr lang="pl-PL" dirty="0" err="1"/>
              <a:t>similar</a:t>
            </a:r>
            <a:r>
              <a:rPr lang="pl-PL" dirty="0"/>
              <a:t> </a:t>
            </a:r>
            <a:r>
              <a:rPr lang="pl-PL" dirty="0" err="1"/>
              <a:t>pattern</a:t>
            </a:r>
            <a:r>
              <a:rPr lang="pl-PL" dirty="0"/>
              <a:t> </a:t>
            </a:r>
            <a:r>
              <a:rPr lang="pl-PL" dirty="0" err="1"/>
              <a:t>appeared</a:t>
            </a:r>
            <a:r>
              <a:rPr lang="pl-PL" dirty="0"/>
              <a:t> for </a:t>
            </a:r>
            <a:r>
              <a:rPr lang="pl-PL" dirty="0" err="1"/>
              <a:t>workout</a:t>
            </a:r>
            <a:r>
              <a:rPr lang="pl-PL" dirty="0"/>
              <a:t> </a:t>
            </a:r>
            <a:r>
              <a:rPr lang="pl-PL" dirty="0" err="1"/>
              <a:t>sharing</a:t>
            </a:r>
            <a:r>
              <a:rPr lang="pl-PL" dirty="0"/>
              <a:t>, </a:t>
            </a:r>
            <a:r>
              <a:rPr lang="pl-PL" dirty="0" err="1"/>
              <a:t>where</a:t>
            </a:r>
            <a:r>
              <a:rPr lang="pl-PL" dirty="0"/>
              <a:t> the </a:t>
            </a:r>
            <a:r>
              <a:rPr lang="pl-PL" dirty="0" err="1"/>
              <a:t>proportions</a:t>
            </a:r>
            <a:r>
              <a:rPr lang="pl-PL" dirty="0"/>
              <a:t> </a:t>
            </a:r>
            <a:r>
              <a:rPr lang="pl-PL" dirty="0" err="1"/>
              <a:t>were</a:t>
            </a:r>
            <a:r>
              <a:rPr lang="pl-PL" dirty="0"/>
              <a:t> </a:t>
            </a:r>
            <a:r>
              <a:rPr lang="pl-PL" dirty="0" err="1"/>
              <a:t>about</a:t>
            </a:r>
            <a:r>
              <a:rPr lang="pl-PL" dirty="0"/>
              <a:t> 5% and 16%.</a:t>
            </a:r>
          </a:p>
          <a:p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does</a:t>
            </a:r>
            <a:r>
              <a:rPr lang="pl-PL" dirty="0"/>
              <a:t> not </a:t>
            </a:r>
            <a:r>
              <a:rPr lang="pl-PL" dirty="0" err="1"/>
              <a:t>mean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features</a:t>
            </a:r>
            <a:r>
              <a:rPr lang="pl-PL" dirty="0"/>
              <a:t> </a:t>
            </a:r>
            <a:r>
              <a:rPr lang="pl-PL" dirty="0" err="1"/>
              <a:t>directly</a:t>
            </a:r>
            <a:r>
              <a:rPr lang="pl-PL" dirty="0"/>
              <a:t> </a:t>
            </a:r>
            <a:r>
              <a:rPr lang="pl-PL" dirty="0" err="1"/>
              <a:t>prevent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.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may</a:t>
            </a:r>
            <a:r>
              <a:rPr lang="pl-PL" dirty="0"/>
              <a:t> </a:t>
            </a:r>
            <a:r>
              <a:rPr lang="pl-PL" dirty="0" err="1"/>
              <a:t>simply</a:t>
            </a:r>
            <a:r>
              <a:rPr lang="pl-PL" dirty="0"/>
              <a:t> be </a:t>
            </a:r>
            <a:r>
              <a:rPr lang="pl-PL" dirty="0" err="1"/>
              <a:t>more</a:t>
            </a:r>
            <a:r>
              <a:rPr lang="pl-PL" dirty="0"/>
              <a:t> popular </a:t>
            </a:r>
            <a:r>
              <a:rPr lang="pl-PL" dirty="0" err="1"/>
              <a:t>among</a:t>
            </a:r>
            <a:r>
              <a:rPr lang="pl-PL" dirty="0"/>
              <a:t> </a:t>
            </a:r>
            <a:r>
              <a:rPr lang="pl-PL" dirty="0" err="1"/>
              <a:t>highly</a:t>
            </a:r>
            <a:r>
              <a:rPr lang="pl-PL" dirty="0"/>
              <a:t> </a:t>
            </a:r>
            <a:r>
              <a:rPr lang="pl-PL" dirty="0" err="1"/>
              <a:t>engaged</a:t>
            </a:r>
            <a:r>
              <a:rPr lang="pl-PL" dirty="0"/>
              <a:t> </a:t>
            </a:r>
            <a:r>
              <a:rPr lang="pl-PL" dirty="0" err="1"/>
              <a:t>users</a:t>
            </a:r>
            <a:r>
              <a:rPr lang="pl-PL" dirty="0"/>
              <a:t>.</a:t>
            </a:r>
          </a:p>
          <a:p>
            <a:r>
              <a:rPr lang="pl-PL" dirty="0" err="1"/>
              <a:t>However</a:t>
            </a:r>
            <a:r>
              <a:rPr lang="pl-PL" dirty="0"/>
              <a:t>,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provide</a:t>
            </a:r>
            <a:r>
              <a:rPr lang="pl-PL" dirty="0"/>
              <a:t> a </a:t>
            </a:r>
            <a:r>
              <a:rPr lang="pl-PL" dirty="0" err="1"/>
              <a:t>useful</a:t>
            </a:r>
            <a:r>
              <a:rPr lang="pl-PL" dirty="0"/>
              <a:t> </a:t>
            </a:r>
            <a:r>
              <a:rPr lang="pl-PL" dirty="0" err="1"/>
              <a:t>starting</a:t>
            </a:r>
            <a:r>
              <a:rPr lang="pl-PL" dirty="0"/>
              <a:t> point for </a:t>
            </a:r>
            <a:r>
              <a:rPr lang="pl-PL" dirty="0" err="1"/>
              <a:t>testing</a:t>
            </a:r>
            <a:r>
              <a:rPr lang="pl-PL" dirty="0"/>
              <a:t> </a:t>
            </a:r>
            <a:r>
              <a:rPr lang="pl-PL" dirty="0" err="1"/>
              <a:t>ways</a:t>
            </a:r>
            <a:r>
              <a:rPr lang="pl-PL" dirty="0"/>
              <a:t> to </a:t>
            </a:r>
            <a:r>
              <a:rPr lang="pl-PL" dirty="0" err="1"/>
              <a:t>increase</a:t>
            </a:r>
            <a:r>
              <a:rPr lang="pl-PL" dirty="0"/>
              <a:t> engagement.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3474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Based</a:t>
            </a:r>
            <a:r>
              <a:rPr lang="pl-PL" dirty="0"/>
              <a:t> on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findings</a:t>
            </a:r>
            <a:r>
              <a:rPr lang="pl-PL" dirty="0"/>
              <a:t>, I </a:t>
            </a:r>
            <a:r>
              <a:rPr lang="pl-PL" dirty="0" err="1"/>
              <a:t>recommend</a:t>
            </a:r>
            <a:r>
              <a:rPr lang="pl-PL" dirty="0"/>
              <a:t> </a:t>
            </a:r>
            <a:r>
              <a:rPr lang="pl-PL" dirty="0" err="1"/>
              <a:t>three</a:t>
            </a:r>
            <a:r>
              <a:rPr lang="pl-PL" dirty="0"/>
              <a:t> </a:t>
            </a:r>
            <a:r>
              <a:rPr lang="pl-PL" dirty="0" err="1"/>
              <a:t>main</a:t>
            </a:r>
            <a:r>
              <a:rPr lang="pl-PL" dirty="0"/>
              <a:t> business </a:t>
            </a:r>
            <a:r>
              <a:rPr lang="pl-PL" dirty="0" err="1"/>
              <a:t>actions</a:t>
            </a:r>
            <a:r>
              <a:rPr lang="pl-PL" dirty="0"/>
              <a:t>.</a:t>
            </a:r>
          </a:p>
          <a:p>
            <a:r>
              <a:rPr lang="pl-PL" dirty="0"/>
              <a:t>First, We </a:t>
            </a:r>
            <a:r>
              <a:rPr lang="pl-PL" dirty="0" err="1"/>
              <a:t>should</a:t>
            </a:r>
            <a:r>
              <a:rPr lang="pl-PL" dirty="0"/>
              <a:t> </a:t>
            </a:r>
            <a:r>
              <a:rPr lang="pl-PL" dirty="0" err="1"/>
              <a:t>focus</a:t>
            </a:r>
            <a:r>
              <a:rPr lang="pl-PL" dirty="0"/>
              <a:t> on </a:t>
            </a:r>
            <a:r>
              <a:rPr lang="pl-PL" dirty="0" err="1"/>
              <a:t>improving</a:t>
            </a:r>
            <a:r>
              <a:rPr lang="pl-PL" dirty="0"/>
              <a:t>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efficiency</a:t>
            </a:r>
            <a:r>
              <a:rPr lang="pl-PL" dirty="0"/>
              <a:t>, </a:t>
            </a:r>
            <a:r>
              <a:rPr lang="pl-PL" dirty="0" err="1"/>
              <a:t>mainly</a:t>
            </a:r>
            <a:r>
              <a:rPr lang="pl-PL" dirty="0"/>
              <a:t> by </a:t>
            </a:r>
            <a:r>
              <a:rPr lang="pl-PL" dirty="0" err="1"/>
              <a:t>reducing</a:t>
            </a:r>
            <a:r>
              <a:rPr lang="pl-PL" dirty="0"/>
              <a:t> the </a:t>
            </a:r>
            <a:r>
              <a:rPr lang="pl-PL" dirty="0" err="1"/>
              <a:t>time</a:t>
            </a:r>
            <a:r>
              <a:rPr lang="pl-PL" dirty="0"/>
              <a:t> </a:t>
            </a:r>
            <a:r>
              <a:rPr lang="pl-PL" dirty="0" err="1"/>
              <a:t>needed</a:t>
            </a:r>
            <a:r>
              <a:rPr lang="pl-PL" dirty="0"/>
              <a:t> to </a:t>
            </a:r>
            <a:r>
              <a:rPr lang="pl-PL" dirty="0" err="1"/>
              <a:t>resolve</a:t>
            </a:r>
            <a:r>
              <a:rPr lang="pl-PL" dirty="0"/>
              <a:t> </a:t>
            </a:r>
            <a:r>
              <a:rPr lang="pl-PL" dirty="0" err="1"/>
              <a:t>tickets</a:t>
            </a:r>
            <a:r>
              <a:rPr lang="pl-PL" dirty="0"/>
              <a:t>.</a:t>
            </a:r>
          </a:p>
          <a:p>
            <a:r>
              <a:rPr lang="pl-PL" dirty="0"/>
              <a:t>Second, the </a:t>
            </a:r>
            <a:r>
              <a:rPr lang="pl-PL" dirty="0" err="1"/>
              <a:t>company</a:t>
            </a:r>
            <a:r>
              <a:rPr lang="pl-PL" dirty="0"/>
              <a:t> </a:t>
            </a:r>
            <a:r>
              <a:rPr lang="pl-PL" dirty="0" err="1"/>
              <a:t>should</a:t>
            </a:r>
            <a:r>
              <a:rPr lang="pl-PL" dirty="0"/>
              <a:t> test </a:t>
            </a:r>
            <a:r>
              <a:rPr lang="pl-PL" dirty="0" err="1"/>
              <a:t>ways</a:t>
            </a:r>
            <a:r>
              <a:rPr lang="pl-PL" dirty="0"/>
              <a:t> to </a:t>
            </a:r>
            <a:r>
              <a:rPr lang="pl-PL" dirty="0" err="1"/>
              <a:t>encourage</a:t>
            </a:r>
            <a:r>
              <a:rPr lang="pl-PL" dirty="0"/>
              <a:t> </a:t>
            </a:r>
            <a:r>
              <a:rPr lang="pl-PL" dirty="0" err="1"/>
              <a:t>regular</a:t>
            </a:r>
            <a:r>
              <a:rPr lang="pl-PL" dirty="0"/>
              <a:t> </a:t>
            </a:r>
            <a:r>
              <a:rPr lang="pl-PL" dirty="0" err="1"/>
              <a:t>app</a:t>
            </a:r>
            <a:r>
              <a:rPr lang="pl-PL" dirty="0"/>
              <a:t> </a:t>
            </a:r>
            <a:r>
              <a:rPr lang="pl-PL" dirty="0" err="1"/>
              <a:t>usage</a:t>
            </a:r>
            <a:r>
              <a:rPr lang="pl-PL" dirty="0"/>
              <a:t>. </a:t>
            </a:r>
            <a:r>
              <a:rPr lang="pl-PL" dirty="0" err="1"/>
              <a:t>Features</a:t>
            </a:r>
            <a:r>
              <a:rPr lang="pl-PL" dirty="0"/>
              <a:t> </a:t>
            </a:r>
            <a:r>
              <a:rPr lang="pl-PL" dirty="0" err="1"/>
              <a:t>such</a:t>
            </a:r>
            <a:r>
              <a:rPr lang="pl-PL" dirty="0"/>
              <a:t> as </a:t>
            </a:r>
            <a:r>
              <a:rPr lang="pl-PL" dirty="0" err="1"/>
              <a:t>workout</a:t>
            </a:r>
            <a:r>
              <a:rPr lang="pl-PL" dirty="0"/>
              <a:t> </a:t>
            </a:r>
            <a:r>
              <a:rPr lang="pl-PL" dirty="0" err="1"/>
              <a:t>tracking</a:t>
            </a:r>
            <a:r>
              <a:rPr lang="pl-PL" dirty="0"/>
              <a:t> and </a:t>
            </a:r>
            <a:r>
              <a:rPr lang="pl-PL" dirty="0" err="1"/>
              <a:t>workout</a:t>
            </a:r>
            <a:r>
              <a:rPr lang="pl-PL" dirty="0"/>
              <a:t> </a:t>
            </a:r>
            <a:r>
              <a:rPr lang="pl-PL" dirty="0" err="1"/>
              <a:t>sharing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promising</a:t>
            </a:r>
            <a:r>
              <a:rPr lang="pl-PL" dirty="0"/>
              <a:t> </a:t>
            </a:r>
            <a:r>
              <a:rPr lang="pl-PL" dirty="0" err="1"/>
              <a:t>areas</a:t>
            </a:r>
            <a:r>
              <a:rPr lang="pl-PL" dirty="0"/>
              <a:t> to </a:t>
            </a:r>
            <a:r>
              <a:rPr lang="pl-PL" dirty="0" err="1"/>
              <a:t>explore</a:t>
            </a:r>
            <a:r>
              <a:rPr lang="pl-PL" dirty="0"/>
              <a:t>.</a:t>
            </a:r>
          </a:p>
          <a:p>
            <a:r>
              <a:rPr lang="pl-PL" dirty="0"/>
              <a:t>Third, We </a:t>
            </a:r>
            <a:r>
              <a:rPr lang="pl-PL" dirty="0" err="1"/>
              <a:t>should</a:t>
            </a:r>
            <a:r>
              <a:rPr lang="pl-PL" dirty="0"/>
              <a:t> monitor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retention</a:t>
            </a:r>
            <a:r>
              <a:rPr lang="pl-PL" dirty="0"/>
              <a:t> for </a:t>
            </a:r>
            <a:r>
              <a:rPr lang="pl-PL" dirty="0" err="1"/>
              <a:t>each</a:t>
            </a:r>
            <a:r>
              <a:rPr lang="pl-PL" dirty="0"/>
              <a:t> </a:t>
            </a:r>
            <a:r>
              <a:rPr lang="pl-PL" dirty="0" err="1"/>
              <a:t>subscription</a:t>
            </a:r>
            <a:r>
              <a:rPr lang="pl-PL" dirty="0"/>
              <a:t> plan, </a:t>
            </a:r>
            <a:r>
              <a:rPr lang="pl-PL" dirty="0" err="1"/>
              <a:t>especially</a:t>
            </a:r>
            <a:r>
              <a:rPr lang="pl-PL" dirty="0"/>
              <a:t> the Free plan.</a:t>
            </a:r>
          </a:p>
          <a:p>
            <a:r>
              <a:rPr lang="pl-PL" dirty="0"/>
              <a:t>It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important</a:t>
            </a:r>
            <a:r>
              <a:rPr lang="pl-PL" dirty="0"/>
              <a:t> to </a:t>
            </a:r>
            <a:r>
              <a:rPr lang="pl-PL" dirty="0" err="1"/>
              <a:t>remember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recommendations</a:t>
            </a:r>
            <a:r>
              <a:rPr lang="pl-PL" dirty="0"/>
              <a:t> </a:t>
            </a:r>
            <a:r>
              <a:rPr lang="pl-PL" dirty="0" err="1"/>
              <a:t>based</a:t>
            </a:r>
            <a:r>
              <a:rPr lang="pl-PL" dirty="0"/>
              <a:t> on </a:t>
            </a:r>
            <a:r>
              <a:rPr lang="pl-PL" dirty="0" err="1"/>
              <a:t>observed</a:t>
            </a:r>
            <a:r>
              <a:rPr lang="pl-PL" dirty="0"/>
              <a:t> </a:t>
            </a:r>
            <a:r>
              <a:rPr lang="pl-PL" dirty="0" err="1"/>
              <a:t>relationships</a:t>
            </a:r>
            <a:r>
              <a:rPr lang="pl-PL" dirty="0"/>
              <a:t>, not </a:t>
            </a:r>
            <a:r>
              <a:rPr lang="pl-PL" dirty="0" err="1"/>
              <a:t>proven</a:t>
            </a:r>
            <a:r>
              <a:rPr lang="pl-PL" dirty="0"/>
              <a:t> </a:t>
            </a:r>
            <a:r>
              <a:rPr lang="pl-PL" dirty="0" err="1"/>
              <a:t>causes</a:t>
            </a:r>
            <a:r>
              <a:rPr lang="pl-PL" dirty="0"/>
              <a:t> of </a:t>
            </a:r>
            <a:r>
              <a:rPr lang="pl-PL" dirty="0" err="1"/>
              <a:t>churn</a:t>
            </a:r>
            <a:r>
              <a:rPr lang="pl-PL" dirty="0"/>
              <a:t>.</a:t>
            </a:r>
          </a:p>
          <a:p>
            <a:r>
              <a:rPr lang="pl-PL" dirty="0" err="1"/>
              <a:t>Therefore</a:t>
            </a:r>
            <a:r>
              <a:rPr lang="pl-PL" dirty="0"/>
              <a:t>, we </a:t>
            </a:r>
            <a:r>
              <a:rPr lang="pl-PL" dirty="0" err="1"/>
              <a:t>should</a:t>
            </a:r>
            <a:r>
              <a:rPr lang="pl-PL" dirty="0"/>
              <a:t> test </a:t>
            </a:r>
            <a:r>
              <a:rPr lang="pl-PL" dirty="0" err="1"/>
              <a:t>each</a:t>
            </a:r>
            <a:r>
              <a:rPr lang="pl-PL" dirty="0"/>
              <a:t> idea and </a:t>
            </a:r>
            <a:r>
              <a:rPr lang="pl-PL" dirty="0" err="1"/>
              <a:t>measure</a:t>
            </a:r>
            <a:r>
              <a:rPr lang="pl-PL" dirty="0"/>
              <a:t> </a:t>
            </a:r>
            <a:r>
              <a:rPr lang="pl-PL" dirty="0" err="1"/>
              <a:t>its</a:t>
            </a:r>
            <a:r>
              <a:rPr lang="pl-PL" dirty="0"/>
              <a:t> </a:t>
            </a:r>
            <a:r>
              <a:rPr lang="pl-PL" dirty="0" err="1"/>
              <a:t>results</a:t>
            </a:r>
            <a:r>
              <a:rPr lang="pl-PL" dirty="0"/>
              <a:t> </a:t>
            </a:r>
            <a:r>
              <a:rPr lang="pl-PL" dirty="0" err="1"/>
              <a:t>before</a:t>
            </a:r>
            <a:r>
              <a:rPr lang="pl-PL" dirty="0"/>
              <a:t> </a:t>
            </a:r>
            <a:r>
              <a:rPr lang="pl-PL" dirty="0" err="1"/>
              <a:t>making</a:t>
            </a:r>
            <a:r>
              <a:rPr lang="pl-PL" dirty="0"/>
              <a:t> </a:t>
            </a:r>
            <a:r>
              <a:rPr lang="pl-PL" dirty="0" err="1"/>
              <a:t>bigger</a:t>
            </a:r>
            <a:r>
              <a:rPr lang="pl-PL" dirty="0"/>
              <a:t> </a:t>
            </a:r>
            <a:r>
              <a:rPr lang="pl-PL" dirty="0" err="1"/>
              <a:t>changes</a:t>
            </a:r>
            <a:r>
              <a:rPr lang="pl-PL" dirty="0"/>
              <a:t>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9784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</a:t>
            </a:r>
            <a:r>
              <a:rPr lang="pl-PL" dirty="0" err="1"/>
              <a:t>measure</a:t>
            </a:r>
            <a:r>
              <a:rPr lang="pl-PL" dirty="0"/>
              <a:t> </a:t>
            </a:r>
            <a:r>
              <a:rPr lang="pl-PL" dirty="0" err="1"/>
              <a:t>progress</a:t>
            </a:r>
            <a:r>
              <a:rPr lang="pl-PL" dirty="0"/>
              <a:t>, I </a:t>
            </a:r>
            <a:r>
              <a:rPr lang="pl-PL" dirty="0" err="1"/>
              <a:t>recommend</a:t>
            </a:r>
            <a:r>
              <a:rPr lang="pl-PL" dirty="0"/>
              <a:t> a </a:t>
            </a:r>
            <a:r>
              <a:rPr lang="pl-PL" dirty="0" err="1"/>
              <a:t>three</a:t>
            </a:r>
            <a:r>
              <a:rPr lang="pl-PL" dirty="0"/>
              <a:t>-step </a:t>
            </a:r>
            <a:r>
              <a:rPr lang="pl-PL" dirty="0" err="1"/>
              <a:t>approach</a:t>
            </a:r>
            <a:r>
              <a:rPr lang="pl-PL" dirty="0"/>
              <a:t>.</a:t>
            </a:r>
          </a:p>
          <a:p>
            <a:r>
              <a:rPr lang="pl-PL" dirty="0"/>
              <a:t>First, We </a:t>
            </a:r>
            <a:r>
              <a:rPr lang="pl-PL" dirty="0" err="1"/>
              <a:t>need</a:t>
            </a:r>
            <a:r>
              <a:rPr lang="pl-PL" dirty="0"/>
              <a:t> to </a:t>
            </a:r>
            <a:r>
              <a:rPr lang="pl-PL" dirty="0" err="1"/>
              <a:t>improve</a:t>
            </a:r>
            <a:r>
              <a:rPr lang="pl-PL" dirty="0"/>
              <a:t> data </a:t>
            </a:r>
            <a:r>
              <a:rPr lang="pl-PL" dirty="0" err="1"/>
              <a:t>collection</a:t>
            </a:r>
            <a:r>
              <a:rPr lang="pl-PL" dirty="0"/>
              <a:t>. The </a:t>
            </a:r>
            <a:r>
              <a:rPr lang="pl-PL" dirty="0" err="1"/>
              <a:t>company</a:t>
            </a:r>
            <a:r>
              <a:rPr lang="pl-PL" dirty="0"/>
              <a:t> </a:t>
            </a:r>
            <a:r>
              <a:rPr lang="pl-PL" dirty="0" err="1"/>
              <a:t>should</a:t>
            </a:r>
            <a:r>
              <a:rPr lang="pl-PL" dirty="0"/>
              <a:t> </a:t>
            </a:r>
            <a:r>
              <a:rPr lang="pl-PL" dirty="0" err="1"/>
              <a:t>record</a:t>
            </a:r>
            <a:r>
              <a:rPr lang="pl-PL" dirty="0"/>
              <a:t> </a:t>
            </a:r>
            <a:r>
              <a:rPr lang="pl-PL" dirty="0" err="1"/>
              <a:t>cancellation</a:t>
            </a:r>
            <a:r>
              <a:rPr lang="pl-PL" dirty="0"/>
              <a:t> </a:t>
            </a:r>
            <a:r>
              <a:rPr lang="pl-PL" dirty="0" err="1"/>
              <a:t>dates</a:t>
            </a:r>
            <a:r>
              <a:rPr lang="pl-PL" dirty="0"/>
              <a:t>, </a:t>
            </a:r>
            <a:r>
              <a:rPr lang="pl-PL" dirty="0" err="1"/>
              <a:t>maintain</a:t>
            </a:r>
            <a:r>
              <a:rPr lang="pl-PL" dirty="0"/>
              <a:t> </a:t>
            </a:r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counts</a:t>
            </a:r>
            <a:r>
              <a:rPr lang="pl-PL" dirty="0"/>
              <a:t>, and </a:t>
            </a:r>
            <a:r>
              <a:rPr lang="pl-PL" dirty="0" err="1"/>
              <a:t>make</a:t>
            </a:r>
            <a:r>
              <a:rPr lang="pl-PL" dirty="0"/>
              <a:t> </a:t>
            </a:r>
            <a:r>
              <a:rPr lang="pl-PL" dirty="0" err="1"/>
              <a:t>sure</a:t>
            </a:r>
            <a:r>
              <a:rPr lang="pl-PL" dirty="0"/>
              <a:t> </a:t>
            </a:r>
            <a:r>
              <a:rPr lang="pl-PL" dirty="0" err="1"/>
              <a:t>activity</a:t>
            </a:r>
            <a:r>
              <a:rPr lang="pl-PL" dirty="0"/>
              <a:t> </a:t>
            </a:r>
            <a:r>
              <a:rPr lang="pl-PL" dirty="0" err="1"/>
              <a:t>logs</a:t>
            </a:r>
            <a:r>
              <a:rPr lang="pl-PL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complete</a:t>
            </a:r>
            <a:r>
              <a:rPr lang="pl-PL" dirty="0"/>
              <a:t> and </a:t>
            </a:r>
            <a:r>
              <a:rPr lang="pl-PL" dirty="0" err="1"/>
              <a:t>reliable</a:t>
            </a:r>
            <a:r>
              <a:rPr lang="pl-PL" dirty="0"/>
              <a:t>.</a:t>
            </a:r>
          </a:p>
          <a:p>
            <a:r>
              <a:rPr lang="pl-PL" dirty="0"/>
              <a:t>Second, We </a:t>
            </a:r>
            <a:r>
              <a:rPr lang="pl-PL" dirty="0" err="1"/>
              <a:t>should</a:t>
            </a:r>
            <a:r>
              <a:rPr lang="pl-PL" dirty="0"/>
              <a:t> </a:t>
            </a:r>
            <a:r>
              <a:rPr lang="pl-PL" dirty="0" err="1"/>
              <a:t>calculate</a:t>
            </a:r>
            <a:r>
              <a:rPr lang="pl-PL" dirty="0"/>
              <a:t> the </a:t>
            </a:r>
            <a:r>
              <a:rPr lang="pl-PL" dirty="0" err="1"/>
              <a:t>monthly</a:t>
            </a:r>
            <a:r>
              <a:rPr lang="pl-PL" dirty="0"/>
              <a:t>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churn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. </a:t>
            </a:r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means</a:t>
            </a:r>
            <a:r>
              <a:rPr lang="pl-PL" dirty="0"/>
              <a:t> </a:t>
            </a:r>
            <a:r>
              <a:rPr lang="pl-PL" dirty="0" err="1"/>
              <a:t>dividing</a:t>
            </a:r>
            <a:r>
              <a:rPr lang="pl-PL" dirty="0"/>
              <a:t> the </a:t>
            </a:r>
            <a:r>
              <a:rPr lang="pl-PL" dirty="0" err="1"/>
              <a:t>number</a:t>
            </a:r>
            <a:r>
              <a:rPr lang="pl-PL" dirty="0"/>
              <a:t> of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who</a:t>
            </a:r>
            <a:r>
              <a:rPr lang="pl-PL" dirty="0"/>
              <a:t> </a:t>
            </a:r>
            <a:r>
              <a:rPr lang="pl-PL" dirty="0" err="1"/>
              <a:t>cancel</a:t>
            </a:r>
            <a:r>
              <a:rPr lang="pl-PL" dirty="0"/>
              <a:t> </a:t>
            </a:r>
            <a:r>
              <a:rPr lang="pl-PL" dirty="0" err="1"/>
              <a:t>during</a:t>
            </a:r>
            <a:r>
              <a:rPr lang="pl-PL" dirty="0"/>
              <a:t> a </a:t>
            </a:r>
            <a:r>
              <a:rPr lang="pl-PL" dirty="0" err="1"/>
              <a:t>month</a:t>
            </a:r>
            <a:r>
              <a:rPr lang="pl-PL" dirty="0"/>
              <a:t> by the </a:t>
            </a:r>
            <a:r>
              <a:rPr lang="pl-PL" dirty="0" err="1"/>
              <a:t>number</a:t>
            </a:r>
            <a:r>
              <a:rPr lang="pl-PL" dirty="0"/>
              <a:t> of </a:t>
            </a:r>
            <a:r>
              <a:rPr lang="pl-PL" dirty="0" err="1"/>
              <a:t>active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 </a:t>
            </a:r>
            <a:r>
              <a:rPr lang="pl-PL" dirty="0" err="1"/>
              <a:t>at</a:t>
            </a:r>
            <a:r>
              <a:rPr lang="pl-PL" dirty="0"/>
              <a:t> the </a:t>
            </a:r>
            <a:r>
              <a:rPr lang="pl-PL" dirty="0" err="1"/>
              <a:t>beginning</a:t>
            </a:r>
            <a:r>
              <a:rPr lang="pl-PL" dirty="0"/>
              <a:t> of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month</a:t>
            </a:r>
            <a:r>
              <a:rPr lang="pl-PL" dirty="0"/>
              <a:t>, and </a:t>
            </a:r>
            <a:r>
              <a:rPr lang="pl-PL" dirty="0" err="1"/>
              <a:t>multiplying</a:t>
            </a:r>
            <a:r>
              <a:rPr lang="pl-PL" dirty="0"/>
              <a:t> by 100.</a:t>
            </a:r>
          </a:p>
          <a:p>
            <a:r>
              <a:rPr lang="pl-PL" dirty="0" err="1"/>
              <a:t>Finally</a:t>
            </a:r>
            <a:r>
              <a:rPr lang="pl-PL" dirty="0"/>
              <a:t>, the </a:t>
            </a:r>
            <a:r>
              <a:rPr lang="pl-PL" dirty="0" err="1"/>
              <a:t>company</a:t>
            </a:r>
            <a:r>
              <a:rPr lang="pl-PL" dirty="0"/>
              <a:t> </a:t>
            </a:r>
            <a:r>
              <a:rPr lang="pl-PL" dirty="0" err="1"/>
              <a:t>should</a:t>
            </a:r>
            <a:r>
              <a:rPr lang="pl-PL" dirty="0"/>
              <a:t> test </a:t>
            </a:r>
            <a:r>
              <a:rPr lang="pl-PL" dirty="0" err="1"/>
              <a:t>ways</a:t>
            </a:r>
            <a:r>
              <a:rPr lang="pl-PL" dirty="0"/>
              <a:t> to </a:t>
            </a:r>
            <a:r>
              <a:rPr lang="pl-PL" dirty="0" err="1"/>
              <a:t>keep</a:t>
            </a:r>
            <a:r>
              <a:rPr lang="pl-PL" dirty="0"/>
              <a:t> </a:t>
            </a:r>
            <a:r>
              <a:rPr lang="pl-PL" dirty="0" err="1"/>
              <a:t>customers</a:t>
            </a:r>
            <a:r>
              <a:rPr lang="pl-PL" dirty="0"/>
              <a:t>, </a:t>
            </a:r>
            <a:r>
              <a:rPr lang="pl-PL" dirty="0" err="1"/>
              <a:t>such</a:t>
            </a:r>
            <a:r>
              <a:rPr lang="pl-PL" dirty="0"/>
              <a:t> as </a:t>
            </a:r>
            <a:r>
              <a:rPr lang="pl-PL" dirty="0" err="1"/>
              <a:t>faster</a:t>
            </a:r>
            <a:r>
              <a:rPr lang="pl-PL" dirty="0"/>
              <a:t> </a:t>
            </a:r>
            <a:r>
              <a:rPr lang="pl-PL" dirty="0" err="1"/>
              <a:t>customer</a:t>
            </a:r>
            <a:r>
              <a:rPr lang="pl-PL" dirty="0"/>
              <a:t> </a:t>
            </a:r>
            <a:r>
              <a:rPr lang="pl-PL" dirty="0" err="1"/>
              <a:t>support</a:t>
            </a:r>
            <a:r>
              <a:rPr lang="pl-PL" dirty="0"/>
              <a:t> and </a:t>
            </a:r>
            <a:r>
              <a:rPr lang="pl-PL" dirty="0" err="1"/>
              <a:t>better</a:t>
            </a:r>
            <a:r>
              <a:rPr lang="pl-PL" dirty="0"/>
              <a:t> </a:t>
            </a:r>
            <a:r>
              <a:rPr lang="pl-PL" dirty="0" err="1"/>
              <a:t>workout</a:t>
            </a:r>
            <a:r>
              <a:rPr lang="pl-PL" dirty="0"/>
              <a:t> </a:t>
            </a:r>
            <a:r>
              <a:rPr lang="pl-PL" dirty="0" err="1"/>
              <a:t>features</a:t>
            </a:r>
            <a:r>
              <a:rPr lang="pl-PL"/>
              <a:t>.</a:t>
            </a:r>
          </a:p>
          <a:p>
            <a:r>
              <a:rPr lang="en-US"/>
              <a:t>By </a:t>
            </a:r>
            <a:r>
              <a:rPr lang="en-US" dirty="0"/>
              <a:t>comparing results over time, and with control groups, where it possible, we can evaluate which actions actually help reduce churn.</a:t>
            </a:r>
            <a:endParaRPr lang="pl-PL" dirty="0"/>
          </a:p>
          <a:p>
            <a:r>
              <a:rPr lang="pl-PL" dirty="0" err="1"/>
              <a:t>Thank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for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attention</a:t>
            </a:r>
            <a:r>
              <a:rPr lang="pl-PL" dirty="0"/>
              <a:t>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0A7CFF-4864-4443-ACEA-1B8B10EC4F32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312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554274-8C42-2B05-457A-7BD0B7052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D08E7EF-F9A2-A398-B280-2E917C7AD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E334DC8-B059-7344-1BB1-761DD7BE0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FA6A2F-F0A0-B413-C958-1FE0B6CF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D7FC76A-838C-38F6-F875-A4D39E57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345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08BD5D-C9D6-675D-B87C-2C48516F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E1EE358-83BB-B165-C4AA-8ABB6C0D1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B30989D-E350-6C88-E562-53714DA1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061B3A-2101-8251-214A-7683C74C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5B98D6B-AFD6-2FB1-4960-E1B5A27F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873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68C873-BAC4-90CA-E7E8-AD1E897FD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35217DA-B98F-7A5D-8538-1ADD9D09E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6AE8D2-26D8-9141-A38F-69642D7D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65FB00B-8767-9528-B4AF-4E75F537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6B1BDB7-4C78-D93E-FF44-75B06290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739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331AFE-ED21-FEC1-2EF6-B76B00E5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0FE1F94-85B3-FDB2-047E-CEE8A89DB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9C7F805-A5D9-DDC6-4CDE-697A1048F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6FD69F4-97EA-32F5-7ADF-AACD82AEF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2F424DE-4E24-9AF1-F6AC-BD182F1B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9419A38-5CCF-7C56-8B70-23317185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039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38FB4A-79AA-E723-9A21-7915CD50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9E76BBB-2E8E-111B-A436-83721CF0B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58D28D7-CE96-438F-9265-01F206696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71004A90-4640-654B-468C-BF8A59FEF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8F73760-E442-BDAE-290F-7B9E976E8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DC7A1CC-8B4C-AD57-7B26-B97B734E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DAFB8CD7-8546-EDE4-5662-0DBAD2B2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D99D063-C5F8-811D-404A-CAB1BD3C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94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4638E1-142B-174F-E704-D3F821C3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2F680AF-EF04-FFC5-A97B-10693CAD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4842010-41EA-EEBB-43AF-4D111BC1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C7D0D7C-7E9E-7778-EE36-C3A246A6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73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7AD1DBC-7163-9254-8428-CF508010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1D592E9-1A57-57EE-30DC-0064B9CA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AA231F9-B3A5-EF7B-E68C-06B4F711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4290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5F3F27-9ADA-2661-6E65-1E64822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C71FBEA-4ED5-C359-5A84-2CC920A7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69632CA-A928-BB83-8D4A-0DA9192BB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85EE9F9-A1B8-C042-55C0-A5AA7C73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A7BB6AC-D8E3-45AF-3F37-050457E6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B317F21-0C65-BDFE-A2E1-9FDE123C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10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4D30ED-99EB-B88E-F23C-638359DF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3FA1A90-8DF3-DF4E-8E62-F7920DFFAE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5CAE16F-75F6-9000-1E25-C99B1F49A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F76682A-C476-323E-A65F-B3CF6506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A118354-3533-34EE-6ACE-52F899B3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909558D-8789-6553-7BB3-503B8574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350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9CB184-3FAC-C289-4E6F-C0212BEC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C65AD8B-43E7-3B95-8846-8CC55346D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0DE0718-4D5D-A97F-CE5E-D593DF08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756F584-DCB7-65D4-0078-6ECF6D9D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CD69E97-6DCA-B7E7-E882-E8901563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789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F11DB65-FC0F-C103-7166-F2A7EB931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78DA06-C53E-F162-E0F4-CF0953A10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486E6D3-A8AD-953F-D719-D2C24EFF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EED4DDD-A7AE-7352-290B-6F231058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03E603F-EF87-21DC-324E-13341764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285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7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081AF98-4680-797D-4129-A7640D633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E0B0A89-12A5-8DEF-33B7-364BC8837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CB2533E-F962-3C4D-5526-255D8BDF4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3B7E3-EA7C-46F0-8DDF-177C77171B0B}" type="datetimeFigureOut">
              <a:rPr lang="pl-PL" smtClean="0"/>
              <a:t>03.10.2026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C0C09CB-E5A1-C698-208E-A6B4F75E1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21FAFD6-4145-911F-1E2E-5893AF1D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786DE-7637-4798-A46A-6FAF0948366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273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4EDF5F-B59C-C0A9-EF49-F07DDD84C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643128"/>
            <a:ext cx="6342888" cy="231952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driving </a:t>
            </a:r>
            <a:r>
              <a:rPr lang="en-US" b="1" dirty="0">
                <a:solidFill>
                  <a:srgbClr val="FF0000"/>
                </a:solidFill>
              </a:rPr>
              <a:t>churn</a:t>
            </a:r>
            <a:r>
              <a:rPr lang="en-US" b="1" dirty="0"/>
              <a:t> at Fit.ly?</a:t>
            </a:r>
            <a:endParaRPr lang="pl-PL" b="1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EC30C17-65AD-CCD4-621E-D544E4343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666744"/>
            <a:ext cx="4514088" cy="1655762"/>
          </a:xfrm>
        </p:spPr>
        <p:txBody>
          <a:bodyPr>
            <a:normAutofit/>
          </a:bodyPr>
          <a:lstStyle/>
          <a:p>
            <a:pPr algn="l">
              <a:spcAft>
                <a:spcPts val="1200"/>
              </a:spcAft>
            </a:pPr>
            <a:r>
              <a:rPr lang="pl-PL" sz="2800" b="1" dirty="0" err="1"/>
              <a:t>Churn</a:t>
            </a:r>
            <a:r>
              <a:rPr lang="pl-PL" sz="2800" b="1" dirty="0"/>
              <a:t> Analysis </a:t>
            </a:r>
            <a:r>
              <a:rPr lang="pl-PL" sz="2800" b="1" dirty="0" err="1"/>
              <a:t>at</a:t>
            </a:r>
            <a:r>
              <a:rPr lang="pl-PL" sz="2800" b="1" dirty="0"/>
              <a:t> Fit.ly</a:t>
            </a:r>
          </a:p>
          <a:p>
            <a:pPr algn="l">
              <a:spcAft>
                <a:spcPts val="1200"/>
              </a:spcAft>
            </a:pPr>
            <a:r>
              <a:rPr lang="pl-PL" sz="2800" dirty="0" err="1"/>
              <a:t>What</a:t>
            </a:r>
            <a:r>
              <a:rPr lang="pl-PL" sz="2800" dirty="0"/>
              <a:t> </a:t>
            </a:r>
            <a:r>
              <a:rPr lang="pl-PL" sz="2800" dirty="0" err="1"/>
              <a:t>patterns</a:t>
            </a:r>
            <a:r>
              <a:rPr lang="pl-PL" sz="2800" dirty="0"/>
              <a:t> </a:t>
            </a:r>
            <a:r>
              <a:rPr lang="pl-PL" sz="2800" dirty="0" err="1"/>
              <a:t>are</a:t>
            </a:r>
            <a:r>
              <a:rPr lang="pl-PL" sz="2800" dirty="0"/>
              <a:t> </a:t>
            </a:r>
            <a:r>
              <a:rPr lang="pl-PL" sz="2800" dirty="0" err="1"/>
              <a:t>linked</a:t>
            </a:r>
            <a:r>
              <a:rPr lang="pl-PL" sz="2800" dirty="0"/>
              <a:t> to </a:t>
            </a:r>
            <a:r>
              <a:rPr lang="pl-PL" sz="2800" dirty="0" err="1"/>
              <a:t>customer</a:t>
            </a:r>
            <a:r>
              <a:rPr lang="pl-PL" sz="2800" dirty="0"/>
              <a:t> </a:t>
            </a:r>
            <a:r>
              <a:rPr lang="pl-PL" sz="2800" dirty="0" err="1"/>
              <a:t>cancellations</a:t>
            </a:r>
            <a:r>
              <a:rPr lang="pl-PL" sz="2800" dirty="0"/>
              <a:t>?</a:t>
            </a:r>
            <a:endParaRPr lang="pl-PL" sz="28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85C9CC-83F9-A36A-1CED-89264D1FC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1200333"/>
              </p:ext>
            </p:extLst>
          </p:nvPr>
        </p:nvGraphicFramePr>
        <p:xfrm>
          <a:off x="6684264" y="1132501"/>
          <a:ext cx="4855464" cy="4592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839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060643-91A4-EE6F-FC6C-74218F15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08" y="731426"/>
            <a:ext cx="9299665" cy="731520"/>
          </a:xfrm>
        </p:spPr>
        <p:txBody>
          <a:bodyPr>
            <a:normAutofit/>
          </a:bodyPr>
          <a:lstStyle/>
          <a:p>
            <a:r>
              <a:rPr lang="pl-PL" sz="4400" b="1" dirty="0" err="1"/>
              <a:t>Why</a:t>
            </a:r>
            <a:r>
              <a:rPr lang="pl-PL" sz="4400" b="1" dirty="0"/>
              <a:t> </a:t>
            </a:r>
            <a:r>
              <a:rPr lang="pl-PL" sz="4400" b="1" dirty="0" err="1"/>
              <a:t>this</a:t>
            </a:r>
            <a:r>
              <a:rPr lang="pl-PL" sz="4400" b="1" dirty="0"/>
              <a:t> </a:t>
            </a:r>
            <a:r>
              <a:rPr lang="pl-PL" sz="4400" b="1" dirty="0" err="1"/>
              <a:t>matters</a:t>
            </a:r>
            <a:r>
              <a:rPr lang="pl-PL" sz="4400" b="1" dirty="0"/>
              <a:t>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A6D0159-CA00-DB10-BED2-1CD048F307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9892" y="1951684"/>
            <a:ext cx="10872216" cy="667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3600" b="1" dirty="0" err="1"/>
              <a:t>Retention</a:t>
            </a:r>
            <a:r>
              <a:rPr lang="pl-PL" sz="3600" b="1" dirty="0"/>
              <a:t> </a:t>
            </a:r>
            <a:r>
              <a:rPr lang="pl-PL" sz="3600" b="1" dirty="0" err="1"/>
              <a:t>is</a:t>
            </a:r>
            <a:r>
              <a:rPr lang="pl-PL" sz="3600" b="1" dirty="0"/>
              <a:t> </a:t>
            </a:r>
            <a:r>
              <a:rPr lang="pl-PL" sz="3600" b="1" dirty="0" err="1"/>
              <a:t>becoming</a:t>
            </a:r>
            <a:r>
              <a:rPr lang="pl-PL" sz="3600" b="1" dirty="0"/>
              <a:t> </a:t>
            </a:r>
            <a:r>
              <a:rPr lang="pl-PL" sz="3600" b="1" dirty="0" err="1"/>
              <a:t>more</a:t>
            </a:r>
            <a:r>
              <a:rPr lang="pl-PL" sz="3600" b="1" dirty="0"/>
              <a:t> </a:t>
            </a:r>
            <a:r>
              <a:rPr lang="pl-PL" sz="3600" b="1" dirty="0" err="1"/>
              <a:t>important</a:t>
            </a:r>
            <a:r>
              <a:rPr lang="pl-PL" sz="3600" b="1" dirty="0"/>
              <a:t> for Fit.ly</a:t>
            </a:r>
            <a:endParaRPr lang="pl-PL" sz="3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493A84D-FD8B-1207-A246-41691CE48E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388480"/>
              </p:ext>
            </p:extLst>
          </p:nvPr>
        </p:nvGraphicFramePr>
        <p:xfrm>
          <a:off x="659892" y="3107934"/>
          <a:ext cx="10872216" cy="17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949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9962-7F7C-BF3A-8A16-92A7A290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DDCA147-D2A8-454A-F8C0-D52EB80FF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645121"/>
              </p:ext>
            </p:extLst>
          </p:nvPr>
        </p:nvGraphicFramePr>
        <p:xfrm>
          <a:off x="340360" y="1624923"/>
          <a:ext cx="6673088" cy="4355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F2490B2F-27F1-8A2C-16B2-06C153EC3F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60594"/>
              </p:ext>
            </p:extLst>
          </p:nvPr>
        </p:nvGraphicFramePr>
        <p:xfrm>
          <a:off x="8085328" y="1773937"/>
          <a:ext cx="3180080" cy="4288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6" name="Tytuł 1">
            <a:extLst>
              <a:ext uri="{FF2B5EF4-FFF2-40B4-BE49-F238E27FC236}">
                <a16:creationId xmlns:a16="http://schemas.microsoft.com/office/drawing/2014/main" id="{A5FEF722-AFBE-DA48-E829-FDE8EAF8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7513"/>
            <a:ext cx="9299665" cy="731520"/>
          </a:xfrm>
        </p:spPr>
        <p:txBody>
          <a:bodyPr>
            <a:normAutofit/>
          </a:bodyPr>
          <a:lstStyle/>
          <a:p>
            <a:r>
              <a:rPr lang="pl-PL" sz="4400" b="1" dirty="0"/>
              <a:t>Data </a:t>
            </a:r>
            <a:r>
              <a:rPr lang="pl-PL" sz="4400" b="1" dirty="0" err="1"/>
              <a:t>source</a:t>
            </a:r>
            <a:r>
              <a:rPr lang="pl-PL" sz="4400" b="1" dirty="0"/>
              <a:t> and </a:t>
            </a:r>
            <a:r>
              <a:rPr lang="pl-PL" sz="4400" b="1" dirty="0" err="1"/>
              <a:t>preparation</a:t>
            </a:r>
            <a:r>
              <a:rPr lang="pl-PL" sz="4400" b="1" dirty="0"/>
              <a:t> proces</a:t>
            </a: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A032902E-492C-6901-05B5-676D3840E1D1}"/>
              </a:ext>
            </a:extLst>
          </p:cNvPr>
          <p:cNvSpPr/>
          <p:nvPr/>
        </p:nvSpPr>
        <p:spPr>
          <a:xfrm>
            <a:off x="3547872" y="1624923"/>
            <a:ext cx="3739896" cy="44988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6E885306-8E02-B318-8B42-A98E20474E5C}"/>
              </a:ext>
            </a:extLst>
          </p:cNvPr>
          <p:cNvCxnSpPr>
            <a:cxnSpLocks/>
          </p:cNvCxnSpPr>
          <p:nvPr/>
        </p:nvCxnSpPr>
        <p:spPr>
          <a:xfrm>
            <a:off x="999744" y="2057400"/>
            <a:ext cx="507876" cy="8481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47697003-6319-6B72-AEE8-4B9153C91DD0}"/>
              </a:ext>
            </a:extLst>
          </p:cNvPr>
          <p:cNvCxnSpPr>
            <a:cxnSpLocks/>
          </p:cNvCxnSpPr>
          <p:nvPr/>
        </p:nvCxnSpPr>
        <p:spPr>
          <a:xfrm flipH="1">
            <a:off x="10965564" y="2308138"/>
            <a:ext cx="139407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1105713D-348A-EF57-ADE7-0A1C98BFFFAC}"/>
              </a:ext>
            </a:extLst>
          </p:cNvPr>
          <p:cNvCxnSpPr>
            <a:cxnSpLocks/>
          </p:cNvCxnSpPr>
          <p:nvPr/>
        </p:nvCxnSpPr>
        <p:spPr>
          <a:xfrm flipH="1">
            <a:off x="10965564" y="3874347"/>
            <a:ext cx="139407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6BA9345E-3F8B-3378-C9AA-AC478EE59437}"/>
              </a:ext>
            </a:extLst>
          </p:cNvPr>
          <p:cNvCxnSpPr>
            <a:cxnSpLocks/>
          </p:cNvCxnSpPr>
          <p:nvPr/>
        </p:nvCxnSpPr>
        <p:spPr>
          <a:xfrm flipH="1">
            <a:off x="10965564" y="5545114"/>
            <a:ext cx="139407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DED177-B144-F8D0-DB08-68F39E79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640081"/>
            <a:ext cx="9830017" cy="731520"/>
          </a:xfrm>
        </p:spPr>
        <p:txBody>
          <a:bodyPr>
            <a:normAutofit/>
          </a:bodyPr>
          <a:lstStyle/>
          <a:p>
            <a:r>
              <a:rPr lang="pl-PL" sz="4400" b="1" dirty="0" err="1"/>
              <a:t>Where</a:t>
            </a:r>
            <a:r>
              <a:rPr lang="pl-PL" sz="4400" b="1" dirty="0"/>
              <a:t> </a:t>
            </a:r>
            <a:r>
              <a:rPr lang="pl-PL" sz="4400" b="1" dirty="0" err="1"/>
              <a:t>Does</a:t>
            </a:r>
            <a:r>
              <a:rPr lang="pl-PL" sz="4400" b="1" dirty="0"/>
              <a:t> Fit.ly Stand </a:t>
            </a:r>
            <a:r>
              <a:rPr lang="pl-PL" sz="4400" b="1" dirty="0" err="1"/>
              <a:t>Today</a:t>
            </a:r>
            <a:r>
              <a:rPr lang="pl-PL" sz="4400" b="1" dirty="0"/>
              <a:t>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A1729F-B1A5-B562-F691-A26CF351AE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2962" y="1771645"/>
            <a:ext cx="4142232" cy="24323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28,5%</a:t>
            </a:r>
          </a:p>
          <a:p>
            <a:pPr marL="0" indent="0" algn="ctr">
              <a:buNone/>
            </a:pPr>
            <a:r>
              <a:rPr lang="pl-PL" sz="2000" b="1" dirty="0" err="1"/>
              <a:t>Customers</a:t>
            </a:r>
            <a:r>
              <a:rPr lang="pl-PL" sz="2000" b="1" dirty="0"/>
              <a:t> </a:t>
            </a:r>
            <a:r>
              <a:rPr lang="pl-PL" sz="2000" b="1" dirty="0" err="1"/>
              <a:t>marked</a:t>
            </a:r>
            <a:r>
              <a:rPr lang="pl-PL" sz="2000" b="1" dirty="0"/>
              <a:t> as </a:t>
            </a:r>
            <a:r>
              <a:rPr lang="pl-PL" sz="2000" b="1" dirty="0" err="1"/>
              <a:t>churned</a:t>
            </a:r>
            <a:endParaRPr lang="pl-PL" sz="2000" b="1" dirty="0"/>
          </a:p>
          <a:p>
            <a:pPr marL="0" indent="0" algn="ctr">
              <a:buNone/>
            </a:pPr>
            <a:r>
              <a:rPr lang="pl-PL" sz="2000" dirty="0"/>
              <a:t>114 out of 400 </a:t>
            </a:r>
            <a:r>
              <a:rPr lang="pl-PL" sz="2000" dirty="0" err="1"/>
              <a:t>customers</a:t>
            </a:r>
            <a:endParaRPr lang="pl-PL" sz="20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089E70B-B5FB-796B-D9FF-5C429E919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7" y="1554386"/>
            <a:ext cx="4997200" cy="4961795"/>
          </a:xfrm>
          <a:prstGeom prst="rect">
            <a:avLst/>
          </a:prstGeom>
        </p:spPr>
      </p:pic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86A7C6DF-63CC-0887-8DFC-1B2842F67517}"/>
              </a:ext>
            </a:extLst>
          </p:cNvPr>
          <p:cNvSpPr txBox="1">
            <a:spLocks/>
          </p:cNvSpPr>
          <p:nvPr/>
        </p:nvSpPr>
        <p:spPr>
          <a:xfrm>
            <a:off x="294898" y="4178714"/>
            <a:ext cx="6658360" cy="2039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</a:t>
            </a:r>
            <a:r>
              <a:rPr lang="pl-P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</a:t>
            </a:r>
            <a:r>
              <a:rPr lang="pl-PL" sz="2400" b="1" dirty="0"/>
              <a:t>: </a:t>
            </a:r>
            <a:r>
              <a:rPr lang="pl-PL" sz="2400" dirty="0" err="1"/>
              <a:t>Churn-flagged</a:t>
            </a:r>
            <a:r>
              <a:rPr lang="pl-PL" sz="2400" dirty="0"/>
              <a:t> </a:t>
            </a:r>
            <a:r>
              <a:rPr lang="pl-PL" sz="2400" dirty="0" err="1"/>
              <a:t>customer</a:t>
            </a:r>
            <a:r>
              <a:rPr lang="pl-PL" sz="2400" dirty="0"/>
              <a:t> </a:t>
            </a:r>
            <a:r>
              <a:rPr lang="pl-PL" sz="2400" dirty="0" err="1"/>
              <a:t>share</a:t>
            </a:r>
            <a:endParaRPr lang="pl-PL" sz="2400" dirty="0"/>
          </a:p>
          <a:p>
            <a:pPr marL="0" indent="0" algn="ctr">
              <a:buNone/>
            </a:pPr>
            <a:br>
              <a:rPr lang="pl-PL" sz="2400" dirty="0"/>
            </a:br>
            <a:r>
              <a:rPr lang="pl-PL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</a:t>
            </a:r>
            <a:r>
              <a:rPr lang="pl-P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KPI</a:t>
            </a:r>
            <a:r>
              <a:rPr lang="pl-PL" sz="2400" b="1" i="1" dirty="0"/>
              <a:t>: </a:t>
            </a:r>
            <a:r>
              <a:rPr lang="pl-PL" sz="2400" dirty="0" err="1"/>
              <a:t>Monthly</a:t>
            </a:r>
            <a:r>
              <a:rPr lang="pl-PL" sz="2400" dirty="0"/>
              <a:t> </a:t>
            </a:r>
            <a:r>
              <a:rPr lang="pl-PL" sz="2400" dirty="0" err="1"/>
              <a:t>Customer</a:t>
            </a:r>
            <a:r>
              <a:rPr lang="pl-PL" sz="2400" dirty="0"/>
              <a:t> </a:t>
            </a:r>
            <a:r>
              <a:rPr lang="pl-PL" sz="2400" dirty="0" err="1"/>
              <a:t>Churn</a:t>
            </a:r>
            <a:r>
              <a:rPr lang="pl-PL" sz="2400" dirty="0"/>
              <a:t> </a:t>
            </a:r>
            <a:r>
              <a:rPr lang="pl-PL" sz="2400" dirty="0" err="1"/>
              <a:t>Rate</a:t>
            </a:r>
            <a:endParaRPr lang="pl-PL" sz="900" dirty="0"/>
          </a:p>
        </p:txBody>
      </p:sp>
    </p:spTree>
    <p:extLst>
      <p:ext uri="{BB962C8B-B14F-4D97-AF65-F5344CB8AC3E}">
        <p14:creationId xmlns:p14="http://schemas.microsoft.com/office/powerpoint/2010/main" val="1627146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032F9745-E7AF-BAD8-3129-2BB78E29B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349" y="1598154"/>
            <a:ext cx="8067301" cy="4996720"/>
          </a:xfrm>
          <a:prstGeom prst="rect">
            <a:avLst/>
          </a:prstGeom>
        </p:spPr>
      </p:pic>
      <p:sp>
        <p:nvSpPr>
          <p:cNvPr id="8" name="Symbol zastępczy zawartości 2">
            <a:extLst>
              <a:ext uri="{FF2B5EF4-FFF2-40B4-BE49-F238E27FC236}">
                <a16:creationId xmlns:a16="http://schemas.microsoft.com/office/drawing/2014/main" id="{5C11B121-D717-AE38-4CB6-CEBFD36DFAF2}"/>
              </a:ext>
            </a:extLst>
          </p:cNvPr>
          <p:cNvSpPr txBox="1">
            <a:spLocks/>
          </p:cNvSpPr>
          <p:nvPr/>
        </p:nvSpPr>
        <p:spPr>
          <a:xfrm>
            <a:off x="463295" y="739566"/>
            <a:ext cx="11265408" cy="2039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3600" b="1" dirty="0"/>
              <a:t>Free plan </a:t>
            </a:r>
            <a:r>
              <a:rPr lang="pl-PL" sz="3600" b="1" dirty="0" err="1"/>
              <a:t>customers</a:t>
            </a:r>
            <a:r>
              <a:rPr lang="pl-PL" sz="3600" b="1" dirty="0"/>
              <a:t> </a:t>
            </a:r>
            <a:r>
              <a:rPr lang="pl-PL" sz="3600" dirty="0"/>
              <a:t>show the </a:t>
            </a:r>
            <a:r>
              <a:rPr lang="pl-PL" sz="3600" dirty="0" err="1"/>
              <a:t>highest</a:t>
            </a:r>
            <a:r>
              <a:rPr lang="pl-PL" sz="3600" dirty="0"/>
              <a:t> </a:t>
            </a:r>
            <a:r>
              <a:rPr lang="pl-PL" sz="3600" dirty="0" err="1"/>
              <a:t>churn</a:t>
            </a:r>
            <a:r>
              <a:rPr lang="pl-PL" sz="3600" dirty="0"/>
              <a:t> </a:t>
            </a:r>
            <a:r>
              <a:rPr lang="pl-PL" sz="3600" dirty="0" err="1"/>
              <a:t>share</a:t>
            </a:r>
            <a:endParaRPr lang="pl-PL" sz="3600" dirty="0"/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EE0D9584-A2B2-39D0-3882-8A316A9BFA47}"/>
              </a:ext>
            </a:extLst>
          </p:cNvPr>
          <p:cNvCxnSpPr>
            <a:cxnSpLocks/>
          </p:cNvCxnSpPr>
          <p:nvPr/>
        </p:nvCxnSpPr>
        <p:spPr>
          <a:xfrm>
            <a:off x="1919471" y="2247319"/>
            <a:ext cx="1015753" cy="5314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44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FF821E9-B995-3B6B-9FA0-E5C6E61B3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8450513"/>
              </p:ext>
            </p:extLst>
          </p:nvPr>
        </p:nvGraphicFramePr>
        <p:xfrm>
          <a:off x="950903" y="1094461"/>
          <a:ext cx="4626647" cy="5029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7" name="Obraz 16">
            <a:extLst>
              <a:ext uri="{FF2B5EF4-FFF2-40B4-BE49-F238E27FC236}">
                <a16:creationId xmlns:a16="http://schemas.microsoft.com/office/drawing/2014/main" id="{39114616-9B7E-F271-034C-D7E3C0874D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8591" y="3609085"/>
            <a:ext cx="4929385" cy="3050037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83D71E25-E4EE-69F5-637B-37A8F8181D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8591" y="198877"/>
            <a:ext cx="4932506" cy="3050037"/>
          </a:xfrm>
          <a:prstGeom prst="rect">
            <a:avLst/>
          </a:prstGeom>
        </p:spPr>
      </p:pic>
      <p:sp>
        <p:nvSpPr>
          <p:cNvPr id="22" name="Symbol zastępczy zawartości 2">
            <a:extLst>
              <a:ext uri="{FF2B5EF4-FFF2-40B4-BE49-F238E27FC236}">
                <a16:creationId xmlns:a16="http://schemas.microsoft.com/office/drawing/2014/main" id="{D344313C-9064-8A5F-F147-39ED8E83AA42}"/>
              </a:ext>
            </a:extLst>
          </p:cNvPr>
          <p:cNvSpPr txBox="1">
            <a:spLocks/>
          </p:cNvSpPr>
          <p:nvPr/>
        </p:nvSpPr>
        <p:spPr>
          <a:xfrm>
            <a:off x="304617" y="430247"/>
            <a:ext cx="5919217" cy="2039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3600" b="1" dirty="0" err="1"/>
              <a:t>Support</a:t>
            </a:r>
            <a:r>
              <a:rPr lang="pl-PL" sz="3600" b="1" dirty="0"/>
              <a:t> resolution </a:t>
            </a:r>
            <a:r>
              <a:rPr lang="pl-PL" sz="3600" b="1" dirty="0" err="1"/>
              <a:t>time</a:t>
            </a:r>
            <a:r>
              <a:rPr lang="pl-PL" sz="3600" b="1" dirty="0"/>
              <a:t> </a:t>
            </a:r>
            <a:br>
              <a:rPr lang="pl-PL" sz="3600" dirty="0"/>
            </a:br>
            <a:r>
              <a:rPr lang="pl-PL" sz="2400" dirty="0" err="1"/>
              <a:t>stands</a:t>
            </a:r>
            <a:r>
              <a:rPr lang="pl-PL" sz="2400" dirty="0"/>
              <a:t> out</a:t>
            </a:r>
            <a:endParaRPr lang="pl-PL" sz="3600" dirty="0"/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83936DFD-4AC9-DAC0-9DB1-4CA53569023D}"/>
              </a:ext>
            </a:extLst>
          </p:cNvPr>
          <p:cNvCxnSpPr/>
          <p:nvPr/>
        </p:nvCxnSpPr>
        <p:spPr>
          <a:xfrm flipH="1" flipV="1">
            <a:off x="4873752" y="5056632"/>
            <a:ext cx="859536" cy="914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F729A738-D166-84F9-43DD-676300FF347B}"/>
              </a:ext>
            </a:extLst>
          </p:cNvPr>
          <p:cNvCxnSpPr>
            <a:cxnSpLocks/>
          </p:cNvCxnSpPr>
          <p:nvPr/>
        </p:nvCxnSpPr>
        <p:spPr>
          <a:xfrm>
            <a:off x="6372599" y="3343358"/>
            <a:ext cx="1015753" cy="5314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22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B03CCA-3977-4851-9A71-2F7343B42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90" y="546349"/>
            <a:ext cx="9830017" cy="731520"/>
          </a:xfrm>
        </p:spPr>
        <p:txBody>
          <a:bodyPr/>
          <a:lstStyle/>
          <a:p>
            <a:pPr algn="ctr"/>
            <a:r>
              <a:rPr lang="pl-PL" b="1" dirty="0" err="1"/>
              <a:t>Customers</a:t>
            </a:r>
            <a:r>
              <a:rPr lang="pl-PL" b="1" dirty="0"/>
              <a:t> with no </a:t>
            </a:r>
            <a:r>
              <a:rPr lang="pl-PL" b="1" dirty="0" err="1"/>
              <a:t>recorded</a:t>
            </a:r>
            <a:r>
              <a:rPr lang="pl-PL" b="1" dirty="0"/>
              <a:t> </a:t>
            </a:r>
            <a:r>
              <a:rPr lang="pl-PL" b="1" dirty="0" err="1"/>
              <a:t>activity</a:t>
            </a:r>
            <a:r>
              <a:rPr lang="pl-PL" b="1" dirty="0"/>
              <a:t> </a:t>
            </a:r>
            <a:r>
              <a:rPr lang="pl-PL" dirty="0" err="1"/>
              <a:t>are</a:t>
            </a:r>
            <a:r>
              <a:rPr lang="pl-PL" dirty="0"/>
              <a:t> the </a:t>
            </a:r>
            <a:r>
              <a:rPr lang="pl-PL" dirty="0" err="1"/>
              <a:t>highest-risk</a:t>
            </a:r>
            <a:r>
              <a:rPr lang="pl-PL" dirty="0"/>
              <a:t> </a:t>
            </a:r>
            <a:r>
              <a:rPr lang="pl-PL" dirty="0" err="1"/>
              <a:t>group</a:t>
            </a:r>
            <a:r>
              <a:rPr lang="pl-PL" dirty="0"/>
              <a:t>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1D489B3-9337-6794-A64D-87F7C7111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08" y="1577169"/>
            <a:ext cx="7656583" cy="4734482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ABC4CE47-9ED1-B117-674D-7A57A92E09B5}"/>
              </a:ext>
            </a:extLst>
          </p:cNvPr>
          <p:cNvCxnSpPr>
            <a:cxnSpLocks/>
          </p:cNvCxnSpPr>
          <p:nvPr/>
        </p:nvCxnSpPr>
        <p:spPr>
          <a:xfrm>
            <a:off x="2267708" y="1724870"/>
            <a:ext cx="1015753" cy="5314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93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19DC5254-A8A3-D890-DDC7-7B5AD87B9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88" y="1380744"/>
            <a:ext cx="9459023" cy="5113690"/>
          </a:xfrm>
          <a:prstGeom prst="rect">
            <a:avLst/>
          </a:prstGeom>
        </p:spPr>
      </p:pic>
      <p:sp>
        <p:nvSpPr>
          <p:cNvPr id="5" name="Prostokąt 4">
            <a:extLst>
              <a:ext uri="{FF2B5EF4-FFF2-40B4-BE49-F238E27FC236}">
                <a16:creationId xmlns:a16="http://schemas.microsoft.com/office/drawing/2014/main" id="{E111B166-51AB-BE6A-99E3-CE09812603FA}"/>
              </a:ext>
            </a:extLst>
          </p:cNvPr>
          <p:cNvSpPr/>
          <p:nvPr/>
        </p:nvSpPr>
        <p:spPr>
          <a:xfrm>
            <a:off x="6227064" y="2157984"/>
            <a:ext cx="2322576" cy="44988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3409D3B7-96B3-803D-D478-EC091791FBA5}"/>
              </a:ext>
            </a:extLst>
          </p:cNvPr>
          <p:cNvSpPr/>
          <p:nvPr/>
        </p:nvSpPr>
        <p:spPr>
          <a:xfrm>
            <a:off x="8549640" y="2724912"/>
            <a:ext cx="2322576" cy="3931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CAB1FBD0-FA8D-E266-C351-DA07A74D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90" y="388620"/>
            <a:ext cx="9830017" cy="731520"/>
          </a:xfrm>
        </p:spPr>
        <p:txBody>
          <a:bodyPr/>
          <a:lstStyle/>
          <a:p>
            <a:pPr algn="ctr"/>
            <a:r>
              <a:rPr lang="pl-PL" b="1" dirty="0" err="1"/>
              <a:t>Workout-related</a:t>
            </a:r>
            <a:r>
              <a:rPr lang="pl-PL" b="1" dirty="0"/>
              <a:t> </a:t>
            </a:r>
            <a:r>
              <a:rPr lang="pl-PL" b="1" dirty="0" err="1"/>
              <a:t>features</a:t>
            </a:r>
            <a:r>
              <a:rPr lang="pl-PL" b="1" dirty="0"/>
              <a:t>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promising</a:t>
            </a:r>
            <a:r>
              <a:rPr lang="pl-PL" dirty="0"/>
              <a:t> </a:t>
            </a:r>
            <a:r>
              <a:rPr lang="pl-PL" dirty="0" err="1"/>
              <a:t>areas</a:t>
            </a:r>
            <a:r>
              <a:rPr lang="pl-PL" dirty="0"/>
              <a:t> to test.</a:t>
            </a:r>
          </a:p>
        </p:txBody>
      </p:sp>
    </p:spTree>
    <p:extLst>
      <p:ext uri="{BB962C8B-B14F-4D97-AF65-F5344CB8AC3E}">
        <p14:creationId xmlns:p14="http://schemas.microsoft.com/office/powerpoint/2010/main" val="164182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33319B-388E-FD2F-6C9E-28A1F788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445347"/>
            <a:ext cx="9830017" cy="731520"/>
          </a:xfrm>
        </p:spPr>
        <p:txBody>
          <a:bodyPr>
            <a:normAutofit/>
          </a:bodyPr>
          <a:lstStyle/>
          <a:p>
            <a:r>
              <a:rPr lang="pl-PL" sz="4000" b="1" dirty="0" err="1"/>
              <a:t>What</a:t>
            </a:r>
            <a:r>
              <a:rPr lang="pl-PL" sz="4000" b="1" dirty="0"/>
              <a:t> Fit.ly </a:t>
            </a:r>
            <a:r>
              <a:rPr lang="pl-PL" sz="4000" b="1" dirty="0" err="1"/>
              <a:t>should</a:t>
            </a:r>
            <a:r>
              <a:rPr lang="pl-PL" sz="4000" b="1" dirty="0"/>
              <a:t> do </a:t>
            </a:r>
            <a:r>
              <a:rPr lang="pl-PL" sz="4000" b="1" dirty="0" err="1"/>
              <a:t>next</a:t>
            </a:r>
            <a:r>
              <a:rPr lang="pl-PL" sz="4000" b="1" dirty="0"/>
              <a:t>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0DCAED4-441A-AF46-70F6-C8E9DFEA51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6752670"/>
              </p:ext>
            </p:extLst>
          </p:nvPr>
        </p:nvGraphicFramePr>
        <p:xfrm>
          <a:off x="925576" y="1764792"/>
          <a:ext cx="9763760" cy="4282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191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E37EF4-E99F-04A4-10DD-B4FFF12A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545930"/>
            <a:ext cx="9830017" cy="731520"/>
          </a:xfrm>
        </p:spPr>
        <p:txBody>
          <a:bodyPr>
            <a:normAutofit/>
          </a:bodyPr>
          <a:lstStyle/>
          <a:p>
            <a:r>
              <a:rPr lang="en-US" sz="4000" b="1" dirty="0"/>
              <a:t>How should Fit.ly measure progress?</a:t>
            </a:r>
            <a:endParaRPr lang="pl-PL" sz="40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6AE1006-649F-16BE-4641-026A4CAEE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9326701"/>
              </p:ext>
            </p:extLst>
          </p:nvPr>
        </p:nvGraphicFramePr>
        <p:xfrm>
          <a:off x="633476" y="1277450"/>
          <a:ext cx="1093368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131430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1392</Words>
  <Application>Microsoft Office PowerPoint</Application>
  <PresentationFormat>Panoramiczny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Motyw pakietu Office</vt:lpstr>
      <vt:lpstr>What is driving churn at Fit.ly?</vt:lpstr>
      <vt:lpstr>Why this matters?</vt:lpstr>
      <vt:lpstr>Data source and preparation proces</vt:lpstr>
      <vt:lpstr>Where Does Fit.ly Stand Today?</vt:lpstr>
      <vt:lpstr>Prezentacja programu PowerPoint</vt:lpstr>
      <vt:lpstr>Prezentacja programu PowerPoint</vt:lpstr>
      <vt:lpstr>Customers with no recorded activity are the highest-risk group.</vt:lpstr>
      <vt:lpstr>Workout-related features are promising areas to test.</vt:lpstr>
      <vt:lpstr>What Fit.ly should do next?</vt:lpstr>
      <vt:lpstr>How should Fit.ly measure progress?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</dc:creator>
  <cp:lastModifiedBy>Marta</cp:lastModifiedBy>
  <cp:revision>1</cp:revision>
  <dcterms:created xsi:type="dcterms:W3CDTF">2026-10-03T14:58:13Z</dcterms:created>
  <dcterms:modified xsi:type="dcterms:W3CDTF">2026-10-03T17:09:53Z</dcterms:modified>
</cp:coreProperties>
</file>